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6" r:id="rId3"/>
    <p:sldId id="256" r:id="rId4"/>
    <p:sldId id="270" r:id="rId5"/>
    <p:sldId id="271" r:id="rId6"/>
    <p:sldId id="272" r:id="rId7"/>
    <p:sldId id="269" r:id="rId8"/>
    <p:sldId id="282" r:id="rId9"/>
    <p:sldId id="257" r:id="rId10"/>
    <p:sldId id="273" r:id="rId11"/>
    <p:sldId id="274" r:id="rId12"/>
    <p:sldId id="277" r:id="rId13"/>
    <p:sldId id="278" r:id="rId14"/>
    <p:sldId id="279" r:id="rId15"/>
    <p:sldId id="280" r:id="rId16"/>
    <p:sldId id="281" r:id="rId17"/>
    <p:sldId id="258" r:id="rId18"/>
    <p:sldId id="259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60" r:id="rId27"/>
    <p:sldId id="261" r:id="rId28"/>
    <p:sldId id="262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63" r:id="rId37"/>
    <p:sldId id="264" r:id="rId38"/>
    <p:sldId id="265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266" r:id="rId48"/>
    <p:sldId id="267" r:id="rId49"/>
    <p:sldId id="268" r:id="rId50"/>
    <p:sldId id="305" r:id="rId51"/>
    <p:sldId id="306" r:id="rId52"/>
    <p:sldId id="307" r:id="rId53"/>
    <p:sldId id="312" r:id="rId54"/>
    <p:sldId id="309" r:id="rId55"/>
    <p:sldId id="310" r:id="rId56"/>
    <p:sldId id="311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240" d="100"/>
          <a:sy n="240" d="100"/>
        </p:scale>
        <p:origin x="-2196" y="-4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4T04:11:53.499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0"/>
      <inkml:brushProperty name="anchorY" value="0"/>
      <inkml:brushProperty name="scaleFactor" value="0.5"/>
    </inkml:brush>
  </inkml:definitions>
  <inkml:trace contextRef="#ctx0" brushRef="#br0">630 1965 24575,'0'0'0,"2"0"0,1 4 0,-3 3 0,-3 0 0,0 4 0,-5 0 0,1 1 0,-2 0 0,0 3 0,-1-1 0,1 0 0,1-3 0,1-1 0,0 0 0,-1-1 0,2 1 0,-1 0 0,-1 1 0,-1 2 0,0-2 0,-2 0 0,3-1 0,-1 1 0,2-1 0,0-1 0,2 0 0,1-1 0,-1-1 0,2 0 0,-2-1 0,0 1 0,0 0 0,0 1 0,-1 2 0,-1 2 0,0 3 0,0 1 0,1-1 0,0-1 0,0 0 0,0 0 0,1 1 0,1 0 0,-1-2 0,2 0 0,0-2 0,-2 0 0,2-1 0,-2-1 0,0 1 0,2 1 0,0 0 0,-1 1 0,1-1 0,0 3 0,-1-1 0,1 1 0,-2 1 0,-2 0 0,1-1 0,1-1 0,0-2 0,0 1 0,2-1 0,-2 1 0,1-1 0,-1 3 0,-1-1 0,-2 5 0,-2 2 0,0-1 0,-1 1 0,2-2 0,2-1 0,3-2 0,-1-2 0,2-1 0,0-1 0,-1-2 0,1-1 0,0 1 0,-1 0 0,0 0 0,1 1 0,1 1 0,-1-1 0,0 1 0,-2 0 0,-2 1 0,2-1 0,-2-2 0,1-1 0,1 1 0,2 0 0,-1 1 0,1 0 0,-2 1 0,-1 2 0,0 0 0,-1 1 0,-1-1 0,1-1 0,0 0 0,1 0 0,1-1 0,0 0 0,-1 0 0,1 0 0,0 0 0,2 0 0,-1 0 0,1 0 0,0 0 0,1 0 0,1 0 0,-2-2 0,1 0 0,-1-1 0,2 2 0,-3 1 0,1 2 0,1 2 0,0 0 0,0 0 0,2-2 0,2 0 0,0 0 0,2-2 0,0 0 0,2-2 0,2 0 0,-2 0 0,-1 0 0,1-2 0,-1 1 0,1 0 0,0 1 0,3 3 0,0 0 0,1 1 0,-2 0 0,1-3 0,0-2 0,1-1 0,0 0 0,0-1 0,1-2 0,0 2 0,-2 0 0,-1-1 0,1-1 0,-2 2 0,1-2 0,0-1 0,0 2 0,4-2 0,1 0 0,0-1 0,-1-1 0,1 0 0,1-1 0,0 0 0,0 0 0,-1 0 0,-1 0 0,0 0 0,-1 0 0,0 0 0,0 0 0,0 0 0,0 0 0,0 0 0,0-3 0,-2-1 0,0 0 0,0-3 0,-2 0 0,0-2 0,-1-1 0,-2-1 0,1 0 0,-1 0 0,1 0 0,-1-1 0,0 1 0,0 0 0,0 0 0,-1 0 0,-1 0 0,0 0 0,1-1 0,-1 1 0,0 0 0,2 3 0,0-1 0,-1 0 0,-1-2 0,2 1 0,-1 0 0,-1-1 0,0 1 0,-1 0 0,2 1 0,0 1 0,-1-1 0,0 0 0,-1-1 0,2 0 0,0-1 0,-1-2 0,0 0 0,2-3 0,1-1 0,0 0 0,-1 1 0,-1 1 0,-1 1 0,2 2 0,-2 0 0,1 1 0,1-2 0,-1 0 0,0-2 0,-1 0 0,2 2 0,-1 2 0,0 0 0,-2 1 0,1 0 0,-2 0 0,3-3 0,1 0 0,1-2 0,1 0 0,2-2 0,-2-1 0,2 0 0,0 2 0,-1-1 0,-1 1 0,0 2 0,0 0 0,0 2 0,-2 0 0,2 1 0,-2 0 0,1-2 0,0 0 0,-2 0 0,2-2 0,-1 0 0,-1 1 0,-1 1 0,2 0 0,1 1 0,0 1 0,-1 0 0,-1 0 0,-1 0 0,-1 0 0,0 0 0,1 0 0,0 0 0,0 0 0,2 0 0,0 0 0,-1 0 0,-1 0 0,1-2 0,3-1 0,-1 1 0,-1 0 0,-1 1 0,-1 0 0,-1-2 0,2 0 0,2 1 0,-1 0 0,0 1 0,-1 0 0,-1 1 0,1 0 0,0 0 0,0 0 0,1-2 0,-1-3 0,2 1 0,0-1 0,1 0 0,-2 1 0,0 0 0,-1 1 0,1 2 0,-1 0 0,0 0 0,-1 1 0,1 1 0,0-1 0,2 0 0,-1 0 0,0 0 0,0 0 0,0 4 0,-3 7 0,-1 5 0,-1 6 0,-2 4 0,0 2 0,-2 1 0,-2 2 0,0 1 0,2-1 0,1-2 0,2-3 0,1-1 0,-2 1 0,1-2 0,-1 1 0,2-2 0,-2 0 0,0 0 0,2-3 0,6-3 0,5-4 0,4-4 0,2-1 0,3-1 0,-1 0 0,-2-1 0,-1 1 0,1-1 0,1 0 0,-1-1 0,-1 1 0,-1-1 0,-1 1 0,1-1 0,0-1 0,2 0 0,-1 0 0,-1 1 0,2 0 0,-3-2 0,-1 2 0,-1-1 0,-1 1 0,3-3 0,0 2 0,-3-2 0,1 0 0,-1 2 0,-3-1 0,1 2 0,0-1 0,1 2 0,1-1 0,0-1 0,0 1 0,3-4 0,1 2 0,-1 0 0,0 0 0,-3 1 0,0-1 0,-1 1 0,1 0 0,0 1 0,-2 0 0,2-2 0,-2 0 0,2 1 0,-3-1 0,0 2 0,1-1 0,-1-1 0,0 2 0,1-1 0,0-1 0,0-1 0,0 2 0,-2-1 0,1-1 0,0 0 0,0-1 0,0 2 0,-2-1 0,2 1 0,0 3 0,2 4 0,-2 4 0,1 4 0,-2 2 0,1 1 0,1 2 0,0-1 0,-1 1 0,1-2 0,-2-5 0,-1-5 0,-2-6 0,-1-4 0,-2-7 0,1 0 0,-2-1 0,1 2 0,0 1 0,2 1 0,2 4 0,3 3 0,1 2 0,2 3 0,1 3 0,0 4 0,1 0 0,-1 2 0,1 1 0,-1-1 0,0-1 0,0-2 0,3-1 0,-1-2 0,0-1 0,0 0 0,0 0 0,-4-5 0,-6-4 0,-5-2 0,-5 0 0,0 0 0,-2 0 0,-1 0 0,0 1 0,-1-1 0,2 0 0,5 2 0,4 3 0,4 1 0,3 3 0,3 3 0,1 1 0,3 3 0,0-1 0,0 2 0,0 0 0,-2-2 0,-2 1 0,0 0 0,-1-2 0,0-1 0,1 0 0,0-2 0,0 1 0,1 1 0,0 0 0,0 0 0,0 0 0,0-1 0,0-1 0,0 1 0,0-1 0,-4 0 0,-7-4 0,-5-1 0,-7-4 0,-1-2 0,-4 0 0,1-4 0,1 3 0,0 0 0,0 1 0,2 0 0,2 2 0,2 0 0,1 3 0,0-1 0,-1 0 0,2-1 0,0 1 0,1-1 0,-1 2 0,0-1 0,1 0 0,1-4 0,3 1 0,7 0 0,5 0 0,3 0 0,3 1 0,3 3 0,-1 2 0,-1-1 0,1 2 0,-1 0 0,-2 1 0,-4-1 0,-3-2 0,-5 1 0,-7 0 0,-4-2 0,-3 2 0,-4 1 0,-2-2 0,0-1 0,-2-1 0,2 0 0,0-1 0,3 2 0,1 1 0,0 2 0,4-1 0,3-1 0,2-2 0,4-2 0,1-1 0,4 2 0,-1-1 0,0 0 0,2 0 0,0-1 0,3-1 0,0 3 0,-1-1 0,0 0 0,1 0 0,-2-1 0,-3 2 0,-5 2 0,-6 2 0,-3 2 0,-4 0 0,-1 4 0,2 3 0,-1 0 0,0-1 0,1 0 0,0 1 0,1-2 0,3-2 0,2-3 0,3-4 0,2-2 0,1-1 0,1-2 0,0 0 0,-2-1 0,0 0 0,1 1 0,-3 1 0,-2 3 0,1 1 0,0-1 0,2-1 0,1-1 0,0-3 0,2 0 0,0-1 0,2 0 0,0 0 0,1-1 0,1 0 0,0-2 0,1 1 0,0 0 0,-1 1 0,-1 2 0,1 2 0,-1 1 0,-1 0 0,3 0 0,-2-1 0,2-2 0,2-3 0,-1 0 0,-2 0 0,2 3 0,-1 1 0,-2 0 0,0 2 0,0-1 0,0-1 0,0 1 0,-2-1 0,1 0 0,-2-2 0,0 0 0,0 0 0,0 0 0,0 0 0,0 1 0,0 1 0,0-1 0,0 1 0,0 0 0,0 0 0,0 1 0,0-1 0,0 0 0,0 0 0,0 0 0,0 0 0,0 0 0,0-3 0,0-1 0,0-1 0,0-1 0,0-2 0,-2-1 0,0 1 0,-1 0 0,-1 1 0,1 2 0,-1 2 0,2 1 0,0 1 0,-1 1 0,1-2 0,-1-2 0,-1-3 0,-1-1 0,0 0 0,0 2 0,2 2 0,-1-1 0,0 1 0,1 1 0,1 1 0,-1 1 0,-2-2 0,0 0 0,1 1 0,1 0 0,-2 4 0,2-1 0,0 1 0,1 0 0,1-1 0,-2 0 0,0-1 0,-1 1 0,0-1 0,0 0 0,2-3 0,-2 1 0,1-1 0,0 2 0,1-1 0,1 1 0,0 1 0,-1 2 0,-3 2 0,-1 3 0,-1 4 0,0 1 0,-2 3 0,0 1 0,1 1 0,0-1 0,1 2 0,0 1 0,0-2 0,0 2 0,0 0 0,0 1 0,0 1 0,0 0 0,1 1 0,-1 0 0,2 0 0,1 0 0,-1-2 0,1 0 0,1 0 0,1 2 0,-1 1 0,0 1 0,0-1 0,1 3 0,1-1 0,-2 0 0,1 1 0,-1 0 0,-1-1 0,1-1 0,0 0 0,-1-1 0,0-1 0,1 0 0,1 0 0,-2 0 0,1 0 0,-2 0 0,1 0 0,1 0 0,0 0 0,-1 2 0,-1 5 0,0 0 0,1 3 0,-2 0 0,0-2 0,0 0 0,1-1 0,0-3 0,0-1 0,0 1 0,0 1 0,2-1 0,-2 0 0,1-1 0,1-1 0,1-1 0,0 0 0,2-1 0,-3-2 0,1-1 0,0 3 0,-2 2 0,1 4 0,-3-1 0,2 0 0,0-1 0,1 1 0,0-1 0,-1-1 0,2-1 0,0 2 0,-2-1 0,1-1 0,1 0 0,-2 2 0,0-1 0,1-1 0,1 0 0,-2-1 0,1 0 0,1 0 0,0-1 0,0 0 0,2 0 0,-1 0 0,-1-3 0,0 1 0,0 0 0,0 0 0,1 1 0,0 0 0,1 0 0,-3 1 0,1 0 0,0 0 0,0 0 0,-1 1 0,0-1 0,0 0 0,1 0 0,1 0 0,0 0 0,-2-2 0,1 0 0,0-1 0,-2 2 0,-2-1 0,-2 1 0,2 1 0,-2 0 0,2 0 0,-1-2 0,-1-2 0,-1-1 0,0-1 0,-2 1 0,1-2 0,-4-1 0,1 0 0,-1-2 0,-1 2 0,0-1 0,1 1 0,3 0 0,1 1 0,0-1 0,0 1 0,0 0 0,0-1 0,0-1 0,1 2 0,1-1 0,-1-1 0,0 0 0,-1 0 0,0 0 0,-1 1 0,0-1 0,0 2 0,0 0 0,0 1 0,0 0 0,0-2 0,0 0 0,2-3 0,2-4 0,1-7 0,1-2 0,2-4 0,-2-2 0,0 0 0,0 2 0,1 1 0,1 2 0,-1-1 0,-2 1 0,1 1 0,1-2 0,1 0 0,-1 4 0,0 0 0,1 1 0,2 0 0,-1 0 0,2-3 0,-3 3 0,1-1 0,0 1 0,0-1 0,-1 3 0,0-1 0,0 1 0,1-1 0,-2-1 0,1-2 0,1-1 0,0 0 0,-2-2 0,-1 0 0,0-2 0,-1 2 0,0 0 0,0 1 0,0 1 0,2 1 0,1 1 0,-1 2 0,1 0 0,-1 1 0,0-1 0,0-1 0,0 0 0,0-1 0,-2 1 0,2-1 0,-2 0 0,1-1 0,1 1 0,-1 0 0,1 0 0,-1 0 0,0 0 0,0-2 0,-2-1 0,0 1 0,2 0 0,0 1 0,-2 0 0,1 0 0,-1 1 0,2 0 0,1 0 0,-1 0 0,1 0 0,-2 2 0,0 1 0,0-1 0,-1 0 0,1-1 0,0 0 0,0-1 0,2 0 0,-1 0 0,-1-2 0,1 0 0,-2-1 0,2-1 0,-2 3 0,2-3 0,-1 4 0,1 1 0,-1-1 0,-1 1 0,0 0 0,0-2 0,-1-1 0,2 0 0,-2 0 0,0 0 0,2 1 0,-2 1 0,0 2 0,1 0 0,0 3 0,1-1 0,-1 2 0,-2 1 0,-2 4 0,-1 3 0,0 5 0,-2 5 0,0 6 0,0 3 0,3 0 0,1 0 0,0 0 0,0-3 0,3-1 0,1 0 0,0-3 0,-1 0 0,2 0 0,1-1 0,-2 0 0,2 1 0,-1 0 0,0-1 0,2 1 0,0 0 0,2 1 0,0-1 0,0 0 0,1-1 0,1-2 0,-1 0 0,0 2 0,0-1 0,0 1 0,0-2 0,0 0 0,0 2 0,0 0 0,0 2 0,0-1 0,0-1 0,0 0 0,0-1 0,0-1 0,0-1 0,0 0 0,0 3 0,0-1 0,0 0 0,0 0 0,0 1 0,0 0 0,0 2 0,0 2 0,0-1 0,0-1 0,0-2 0,0 2 0,0-2 0,0 0 0,0 1 0,0 0 0,0-1 0,0-1 0,0-1 0,0 0 0,0 0 0,0-1 0,0 0 0,0-1 0,3 1 0,-1 0 0,2 0 0,1 0 0,-2 0 0,0 0 0,1 0 0,1 0 0,0 3 0,2-1 0,-2 0 0,2 0 0,0-1 0,2 0 0,-2 0 0,1-1 0,1 0 0,0 2 0,-1 1 0,0-1 0,0 0 0,-1-1 0,1 0 0,0-1 0,1 1 0,-2-1 0,1 0 0,1-3 0,0-1 0,1-3 0,0 1 0,1-2 0,0-1 0,0 0 0,0 1 0,0 0 0,0-1 0,0 2 0,0 0 0,0-1 0,1-1 0,-1 2 0,0-1 0,0 1 0,0 1 0,0-2 0,0 0 0,-2 1 0,1-1 0,4 2 0,-3 1 0,1 0 0,-1-1 0,2-2 0,-2 1 0,0 0 0,-1-1 0,1 1 0,1 2 0,1-1 0,-2 1 0,2 2 0,-1-1 0,0-2 0,-2 1 0,0-2 0,-3 2 0,0-1 0,0 0 0,2 2 0,0 0 0,-1 0 0,0-2 0,-2 2 0,-1-4 0,0-3 0,1-4 0,0-3 0,0 0 0,2-2 0,0 0 0,0-1 0,0 0 0,0-1 0,2 0 0,0 2 0,-2 0 0,0 0 0,1 0 0,0-1 0,1 0 0,-2-1 0,1 1 0,-3-1 0,1 2 0,1 0 0,0-2 0,1-1 0,1 2 0,-1 1 0,-1 1 0,1 3 0,-2-1 0,3 0 0,1-2 0,0 2 0,0-2 0,1 0 0,1 2 0,-1-2 0,-1 2 0,2-1 0,2 0 0,0 1 0,0-1 0,-1 1 0,-1 1 0,-1 3 0,-2-2 0,-1 1 0,0 0 0,0-1 0,0 1 0,1 0 0,1 1 0,-1 0 0,1 2 0,3-1 0,-1 1 0,-2-2 0,0 0 0,-1 0 0,0 0 0,0 1 0,1 0 0,0 1 0,-1 0 0,-1-3 0,0 1 0,0 0 0,0 0 0,0 1 0,2 0 0,-1-2 0,1 1 0,0 0 0,0 0 0,0 1 0,1 0 0,-1 1 0,-2 2 0,-5 2 0,-2 3 0,-4-1 0,-1 2 0,-2-1 0,-1 0 0,4-2 0,3 2 0,4 0 0,-2 2 0,-1 0 0,2-1 0,-1 1 0,0-1 0,-3-1 0,-4-1 0,-2-2 0,-2 0 0,-2 1 0,-1 0 0,0-1 0,-3-1 0,0 1 0,0-1 0,1 0 0,0-1 0,1 1 0,1 2 0,-3 0 0,1 2 0,0 0 0,-4 2 0,0 1 0,0 0 0,0-1 0,3 0 0,-1-2 0,1 0 0,-1 1 0,0-2 0,3 1 0,2-2 0,-1 0 0,3 0 0,1-1 0,-1 1 0,-1-1 0,0 2 0,-1 1 0,-1-1 0,3 1 0,-1-1 0,0 1 0,0-2 0,-1-1 0,2 1 0,-1 1 0,1-1 0,-1 0 0,-1 0 0,-3 2 0,-2-2 0,0 0 0,0 0 0,0 2 0,2-2 0,0 0 0,4 0 0,0 0 0,0-2 0,0 1 0,-1 0 0,0-1 0,2 1 0,0 0 0,-1-1 0,2 1 0,0 0 0,-1-1 0,-3 1 0,-4 2 0,1-1 0,-1 0 0,1-2 0,0-1 0,4 1 0,1 0 0,-1 0 0,1-2 0,0 0 0,-1 0 0,-1-1 0,0 0 0,0 0 0,0 0 0,0 0 0,2-2 0,1-1 0,-1-1 0,0-2 0,-1 0 0,0-2 0,-1 2 0,2 0 0,1 0 0,-1 2 0,-1-1 0,1-1 0,1-2 0,-1 2 0,1-2 0,-2 0 0,1-1 0,-2 1 0,1 0 0,-1 1 0,2 0 0,0 0 0,-2 1 0,-1 1 0,3-1 0,-1 2 0,0 0 0,-2 0 0,0 0 0,-1-1 0,0 1 0,1 0 0,0 2 0,-1 0 0,-1 1 0,1-1 0,0 0 0,0 0 0,1 0 0,1 1 0,0 0 0,2-2 0,3-1 0,1-3 0,3 3 0,1 3 0,3 4 0,3 3 0,2 2 0,2 0 0,1-1 0,1 0 0,1-2 0,-1-1 0,1 1 0,-1 1 0,1 2 0,-3 0 0,-3 2 0,-1 1 0,-3 0 0,-1 0 0,0 0 0,-2 1 0,1 1 0,-1 1 0,1-1 0,0 0 0,0-1 0,-1 0 0,1 0 0,0-1 0,0 0 0,0 0 0,3 2 0,1 0 0,3-2 0,1 0 0,2-1 0,1-2 0,0-2 0,1-3 0,-1 1 0,1 0 0,-1-2 0,0 0 0,1-1 0,-1-1 0,0 0 0,0 0 0,0 0 0,2 0 0,0 0 0,0 0 0,0-1 0,0 1 0,-1 0 0,-1 0 0,-2-2 0,0-2 0,0-1 0,-2-1 0,0 0 0,-1 0 0,0 0 0,-1 0 0,1-2 0,1 0 0,1-2 0,-1 0 0,1-1 0,1 0 0,0 0 0,1 2 0,0 0 0,1 2 0,0 2 0,0 2 0,0 2 0,3 0 0,-1 1 0,3 0 0,-1 1 0,2-1 0,-1 0 0,-1 1 0,-1-1 0,-1 0 0,-3 2 0,-1 0 0,0 1 0,0-2 0,0 1 0,1-1 0,0-1 0,1 0 0,0 0 0,-2 2 0,0 1 0,0-1 0,0 0 0,1-1 0,0 0 0,1-1 0,-1 0 0,1 0 0,1 0 0,-1 0 0,0 0 0,2 0 0,1 0 0,-1 0 0,-2-2 0,-1-1 0,-1-1 0,3 0 0,0 0 0,-1-1 0,-1 1 0,-3-1 0,1 0 0,0 1 0,0-1 0,2-1 0,0 1 0,0-2 0,1 2 0,-2-2 0,0 0 0,0-2 0,0 2 0,-1-1 0,0 2 0,-2-1 0,1-1 0,0 0 0,1 0 0,0 0 0,-1 2 0,0-1 0,-1 0 0,0-2 0,0 0 0,1-1 0,-1-1 0,1-2 0,-1 0 0,0-1 0,0 1 0,-2 0 0,-2 1 0,0 1 0,-1 0 0,-1-1 0,-2 1 0,-1 1 0,-2 3 0,1 5 0,0 4 0,-1 7 0,-1 2 0,0 2 0,0 2 0,0 1 0,1-1 0,0-1 0,-1-1 0,0 0 0,0-2 0,0 1 0,-2-2 0,0 1 0,0 0 0,1 0 0,-1 0 0,0-2 0,2 0 0,-2-3 0,3 3 0,-2-1 0,2 0 0,-1 1 0,-1-2 0,1 1 0,-1 0 0,-1-1 0,-1-2 0,1 1 0,0-2 0,0 0 0,1 0 0,-1-1 0,0 0 0,-1-1 0,0-1 0,-2 0 0,1-1 0,-1 0 0,-3 2 0,1 3 0,-3-1 0,-1 0 0,0-1 0,1-1 0,1 0 0,1-2 0,2 1 0,0-1 0,1-1 0,0 1 0,1 0 0,1-5 0,3-1 0,1-3 0,3-2 0,3 2 0,1 0 0,3-1 0,2 3 0,-1 3 0,-1 5 0,-1 3 0,-1 4 0,-4-1 0,-3-2 0,0-5 0,0-3 0,0-4 0,2-2 0,0-2 0,1 0 0,3 1 0,3 3 0,2 2 0,1 2 0,3 4 0,-1 3 0,2 3 0,-3 2 0,-2 1 0,-2 1 0,-5-1 0,-3-1 0,-3 1 0,-3-3 0,1 1 0,-1-2 0,0-2 0,1-3 0,2-4 0,2-3 0,2-3 0,1-1 0,0-1 0,4-1 0,1 3 0,4 2 0,0 2 0,3 2 0,2 2 0,0 1 0,-1 2 0,-3 3 0,-3 2 0,-5 0 0,-6 1 0,-3-2 0,-3 1 0,-1-1 0,-1 1 0,0-2 0,1-1 0,2 1 0,1-2 0,0 0 0,-1 0 0,1-2 0,-1-1 0,-1 1 0,0-4 0,0 1 0,-2-3 0,0 1 0,-1 0 0,1 1 0,1 2 0,-2 0 0,0 0 0,0 1 0,1 0 0,1 0 0,0 0 0,1 1 0,0-1 0,0 0 0,0 2 0,0 2 0,0 1 0,0 1 0,0 2 0,0-1 0,2 0 0,0-1 0,3 1 0,-1-1 0,2 0 0,-1 1 0,-1-1 0,-1-1 0,-2 1 0,0-2 0,0 0 0,1 0 0,0 0 0,0 1 0,-1-1 0,1 0 0,-4-2 0,-2 0 0,0-1 0,-3-1 0,2 0 0,0 0 0,2 0 0,1 0 0,0-1 0,2 1 0,2-2 0,3-3 0,1-1 0,6-3 0,0-1 0,1-1 0,3 2 0,-1 0 0,-1 0 0,0-1 0,1 3 0,-1-2 0,0 1 0,-1-1 0,-1-1 0,0-2 0,-3 1 0,-2 2 0,-1 5 0,1 5 0,1 4 0,0 2 0,2 3 0,0 1 0,1 1 0,0 0 0,2-2 0,3-3 0,2-2 0,1-2 0,2-2 0,1-1 0,-2-2 0,-2-3 0,-2-2 0,-2-2 0,-2-2 0,-2 0 0,-4 2 0,0 0 0,-2 2 0,-1 1 0,-1 3 0,-1 1 0,-1 2 0,2 2 0,2 3 0,3 2 0,3 0 0,2 1 0,4-2 0,1-1 0,2-1 0,2-2 0,-1-3 0,-2-4 0,-3-1 0,-1-3 0,-1-2 0,-4 3 0,-2 1 0,-3 2 0,-2 2 0,-2 1 0,0 4 0,2 2 0,2 3 0,2 2 0,2 2 0,4-2 0,3-2 0,1 0 0,2-2 0,1-1 0,1-2 0,1 0 0,-1 0 0,0 1 0,0 1 0,0 2 0,-1 2 0,0-1 0,-2 1 0,1-2 0,-2 1 0,-1 1 0,1 1 0,-1 0 0,1 1 0,-1 1 0,0 0 0,-2 0 0,0 0 0,-1 1 0,-1-1 0,-2 2 0,-1 1 0,-1-1 0,-1 0 0,-1-1 0,1 0 0,-1 0 0,1-1 0,-2 0 0,2 0 0,-1-2 0,1-1 0,1 1 0,-1 0 0,-1 3 0,1 0 0,-4 1 0,1 0 0,0-3 0,1 0 0,-1-1 0,0 1 0,1 2 0,0-2 0,1 0 0,-1 1 0,0-3 0,1 0 0,1 1 0,-1-2 0,2 0 0,-2 1 0,0-2 0,0 1 0,1 1 0,0 1 0,-2 1 0,-1 0 0,1 3 0,-1-2 0,2 0 0,2 0 0,-2-2 0,0-1 0,1 0 0,-2 1 0,0 3 0,0 1 0,0-3 0,1 1 0,-1-1 0,0 0 0,0 0 0,2 1 0,0-3 0,0 1 0,2-1 0,1 2 0,-2-1 0,1 1 0,1 1 0,0 0 0,-1 0 0,0 0 0,-2 0 0,1 1 0,0-1 0,2 0 0,0 0 0,-1 0 0,0 0 0,1 0 0,0 0 0,1 0 0,1 0 0,-3 0 0,1 0 0,-1 0 0,2 0 0,-1 0 0,-1 0 0,1 0 0,-3 0 0,1 0 0,0 0 0,2 1 0,-2 1 0,1 0 0,-2 0 0,0 0 0,2 0 0,-2 1 0,1 0 0,1 1 0,1 0 0,1 2 0,-2-1 0,0-1 0,1-1 0,0-1 0,-1-1 0,0-1 0,0 0 0,1 0 0,1 0 0,-2 0 0,0 0 0,1 0 0,0 2 0,1 0 0,0 0 0,1 0 0,-1 0 0,-1-1 0,0-1 0,0 0 0,0 1 0,1-1 0,0 0 0,1 2 0,2-2 0,2-2 0,5-3 0,2-2 0,4-3 0,0 0 0,-2-3 0,1-3 0,-1-2 0,0 0 0,-3-1 0,0 1 0,-3 0 0,0 1 0,0 2 0,1-1 0,1 1 0,1 1 0,1-2 0,0 2 0,0 0 0,-2-1 0,0 0 0,0 1 0,0 1 0,1-1 0,2-3 0,1 1 0,0 1 0,0 1 0,-1 1 0,1-1 0,-2 0 0,0 0 0,1 2 0,-1-1 0,0 2 0,-1 0 0,1-1 0,-2 4 0,-2 1 0,-3 3 0,-1 2 0,-2 1 0,-1 1 0,0 2 0,-1 1 0,1 0 0,-1-1 0,1 0 0,0-1 0,0 0 0,0-1 0,0 0 0,0 0 0,0 0 0,0 0 0,0 2 0,0 0 0,0 3 0,-2-3 0,-1-1 0,-1-3 0,0 0 0,0 0 0,-1-1 0,1 2 0,-2 0 0,2 0 0,-2-1 0,-1-3 0,-1-1 0,-4-3 0,-1-1 0,0 0 0,0-2 0,1 1 0,-1 0 0,2-1 0,-1 1 0,-1-2 0,0-1 0,-1 1 0,1 0 0,1 0 0,0 2 0,1-3 0,0 1 0,0-1 0,0 2 0,0-3 0,0 1 0,0-2 0,-2 1 0,-1-2 0,1 1 0,0-1 0,1 1 0,0 1 0,0-1 0,1-1 0,0-2 0,0 1 0,2 0 0,3-1 0,2-2 0,1 0 0,2 0 0,1-1 0,0 0 0,1 0 0,-1 0 0,3-1 0,1 3 0,5-2 0,2 2 0,-1 0 0,1 2 0,1 0 0,1-1 0,0 2 0,-2-1 0,-1 1 0,-1-1 0,1 2 0,0 1 0,0 2 0,0 0 0,1-1 0,0 1 0,0-3 0,0 2 0,0-1 0,0 2 0,1 0 0,-1 1 0,0-1 0,0-1 0,0 1 0,0 0 0,0-1 0,0 0 0,0 0 0,0 1 0,0 1 0,0 0 0,-2 3 0,-5 5 0,-4-1 0,-6 3 0,-6 1 0,-3-2 0,-4 1 0,-1-1 0,2 0 0,-4-1 0,3 1 0,1-1 0,0 1 0,-1-1 0,4 2 0,1-1 0,0 0 0,1 0 0,0-1 0,1 0 0,4-1 0,6-3 0,6-5 0,9-3 0,3-3 0,1-2 0,2 2 0,-4-2 0,2 1 0,-3 1 0,0 2 0,-1 3 0,-1-2 0,0 2 0,1-2 0,-7 5 0,-6 4 0,-5 3 0,-7 2 0,-3 1 0,-2 1 0,-2 1 0,1 0 0,1-1 0,8-3 0,12-6 0,7-2 0,6-6 0,5-3 0,2 0 0,-2 0 0,-1-1 0,-3 1 0,-2 1 0,-4 3 0,-8 5 0,-5 4 0,-8 3 0,-4 2 0,0 2 0,0 0 0,1-1 0,0-1 0,1 1 0,7-3 0,5-1 0,9-2 0,4-2 0,2-1 0,2-3 0,0-1 0,0-2 0,2-1 0,-1-3 0,-1-1 0,-4 0 0,-3-1 0,-4 4 0,-6 7 0,-1 4 0,-1 4 0,0 5 0,0 3 0,-2-1 0,1 1 0,0 0 0,1-6 0,0-8 0,1-10 0,1-11 0,0-5 0,0-5 0,0 2 0,0 2 0,0 4 0,1 8 0,-4 10 0,-1 6 0,-1 5 0,-1 8 0,0 3 0,0 1 0,-2 3 0,2 1 0,0 0 0,3-2 0,-2-3 0,2-2 0,0-3 0,-1-4 0,1-1 0,-2-3 0,0 1 0,0-3 0,-3 0 0,0-2 0,-4-1 0,0 0 0,-3-1 0,-1-3 0,-1-4 0,-1-2 0,2-2 0,2 1 0,4 0 0,0 2 0,2 1 0,-1-1 0,2-1 0,4 2 0,4 1 0,6 5 0,5 1 0,2 3 0,3 3 0,-2 2 0,1 2 0,-1 0 0,-1 0 0,0-3 0,-2-3 0,-1-1 0,3-1 0,1-4 0,1 0 0,-1-3 0,1-2 0,-3-1 0,-3-2 0,-3-1 0,-1 0 0,-6 2 0,-4 2 0,-6 2 0,-6 3 0,-2 0 0,-2 2 0,-2 0 0,0 0 0,0 1 0,1-1 0,3 1 0,2-1 0,2 0 0,2 0 0,1-2 0,0 0 0,-2-3 0,0 1 0,0 0 0,1-1 0,0-1 0,2 3 0,3 5 0,3 3 0,1 4 0,2 2 0,-1 1 0,-3-2 0,1-1 0,1 1 0,0 2 0,-1 2 0,0 1 0,2 0 0,-3-1 0,2 0 0,-2-2 0,0 0 0,2-1 0,-2 0 0,1 0 0,1 0 0,-2-2 0,2-1 0,0 1 0,-2 0 0,2 3 0,0 0 0,0 1 0,2 0 0,0-1 0,1 0 0,0 0 0,0-1 0,0 0 0,0 0 0,1 0 0,-1 0 0,0 0 0,2 0 0,0 0 0,3 0 0,-1 0 0,0 0 0,0 0 0,1 0 0,0-2 0,2-2 0,1-3 0,1-1 0,-1 0 0,1-1 0,0 0 0,0 0 0,1-1 0,1-1 0,-1-2 0,2 0 0,-1-3 0,0 1 0,0-2 0,2-1 0,1 1 0,-1-2 0,0 2 0,-1 2 0,0-2 0,0 0 0,-1 0 0,-2 0 0,0 1 0,-1-2 0,1 2 0,1 1 0,0-1 0,0 1 0,1 1 0,-2-1 0,0 0 0,0 1 0,0 1 0,1-1 0,0 0 0,3 0 0,0 1 0,0 1 0,0 0 0,0 1 0,-1-2 0,-1-1 0,1-1 0,-1 0 0,0 1 0,0 0 0,0-1 0,0 1 0,0 0 0,0 1 0,-5 1 0,-4 2 0,-6 5 0,-5 3 0,-4 5 0,-2-2 0,0 0 0,1-2 0,0-3 0,3-1 0,1 1 0,1-1 0,0 1 0,-1-2 0,0 1 0,0-1 0,1 1 0,1-1 0,-3 1 0,-1 1 0,0-1 0,0-1 0,0 1 0,0 0 0,1 2 0,-1-1 0,1-2 0,2 1 0,1 1 0,-1-1 0,0-1 0,-1 0 0,0-1 0,2 2 0,-1-2 0,0 2 0,0 1 0,-1 1 0,0 2 0,-1-2 0,3 0 0,-1 1 0,2 1 0,5-3 0,3 2 0,4-3 0,1 1 0,1-2 0,2 1 0,1-1 0,0 1 0,1-1 0,0-1 0,1-2 0,-1 2 0,2 1 0,-1 2 0,-1 0 0,-3 0 0,1-1 0,-3 1 0,-2 1 0,-1 0 0,-2 2 0,-1 0 0,0 1 0,0 0 0,-2 0 0,-1 0 0,1 1 0,-3 1 0,2 3 0,-3-1 0,2 0 0,0 0 0,1-2 0,6-5 0,3-5 0,2-6 0,0-3 0,-1-3 0,-2 5 0,-1 4 0,-2 3 0,-1 4 0,1 0 0,2 2 0,0-4 0,0-4 0,1-2 0,0-3 0,0-2 0,2-1 0,1 4 0,2 5 0,0 2 0,3 1 0,-2-5 0,1-3 0,-1-4 0,-3-2 0,-2-2 0,-2 0 0,-2-1 0,-1 0 0,-1 1 0,2-1 0,0 1 0,2 0 0,0-1 0,-1 1 0,2-2 0,1 0 0,2-1 0,-1 2 0,-1-1 0,0 4 0,-1-1 0,-2 1 0,0 0 0,-2 0 0,2-2 0,-1 1 0,3-1 0,-1 0 0,-1 0 0,0 0 0,0 2 0,1 0 0,-2 0 0,0 0 0,0-3 0,1 2 0,-1 0 0,0-1 0,0 1 0,-1-1 0,2 2 0,0 1 0,1-1 0,1-2 0,-2-1 0,0-3 0,1 0 0,-1 1 0,0 0 0,-2 1 0,1 1 0,-2 0 0,1 1 0,-1 0 0,2 0 0,0 0 0,0 0 0,0 0 0,-1 0 0,0 0 0,0-2 0,-1 0 0,0 0 0,0-3 0,0 2 0,-1 0 0,1-2 0,0 1 0,0 1 0,0 1 0,0 0 0,0 1 0,0 1 0,0 0 0,-2 2 0,0 1 0,-3-1 0,-1 0 0,0-1 0,-1 0 0,1 0 0,1-1 0,2-2 0,1-1 0,1 1 0,1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4T04:12:21.257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1315.51245"/>
      <inkml:brushProperty name="anchorY" value="-169.88022"/>
      <inkml:brushProperty name="scaleFactor" value="0.5"/>
    </inkml:brush>
  </inkml:definitions>
  <inkml:trace contextRef="#ctx0" brushRef="#br0">1436 1901 24575,'0'0'0,"-2"0"0,-7 4 0,-4 5 0,-5 4 0,-2 5 0,-7 4 0,0-1 0,1 2 0,2-3 0,2 1 0,2-6 0,3 1 0,1-4 0,2-1 0,2-3 0,1-1 0,0 0 0,0 2 0,-2 0 0,-2 1 0,2 0 0,0-2 0,4 1 0,-2-2 0,2 0 0,0-2 0,2 2 0,-3 0 0,1 1 0,-2 1 0,0-1 0,-1 0 0,3 1 0,0-2 0,2 1 0,0-2 0,2 0 0,-1-1 0,-1-1 0,-2 1 0,0 1 0,-3-1 0,1 2 0,-2 1 0,0 0 0,-2 2 0,2 0 0,1 1 0,-4 0 0,3 0 0,0 1 0,-1-1 0,0-2 0,0 0 0,-1 0 0,-1 0 0,-1-2 0,0 4 0,0-3 0,2-1 0,1 0 0,-1 0 0,0-1 0,2 1 0,0-1 0,0 0 0,2-1 0,0 1 0,0-1 0,0-1 0,2 1 0,0 1 0,1-1 0,-2 2 0,-1 0 0,-2 0 0,0 0 0,1-1 0,-1-1 0,1-2 0,1-1 0,-1 1 0,1-1 0,0 0 0,0 0 0,-2 1 0,0 0 0,-1 0 0,2-1 0,-1-1 0,1 0 0,1-1 0,0-4 0,0-1 0,2-2 0,0-1 0,3-2 0,1 0 0,0-1 0,-1 0 0,1-3 0,0 1 0,0-3 0,-1-2 0,-2-3 0,2-2 0,-2-3 0,0 0 0,-2 0 0,1 1 0,-2 1 0,2 0 0,1 1 0,-1 1 0,2 2 0,-1 3 0,2-1 0,2 3 0,-1-2 0,-1 0 0,0-2 0,2 1 0,-1-1 0,1 0 0,-2-1 0,0-1 0,0 1 0,1 3 0,1 2 0,2 1 0,1 2 0,-2 0 0,1-1 0,0 0 0,1 0 0,-1 1 0,2 0 0,0-2 0,-1 0 0,1-2 0,1 1 0,-1 1 0,0 0 0,0-3 0,0 0 0,0 1 0,0-1 0,0-1 0,0 1 0,0-1 0,0 1 0,0-1 0,0 0 0,0 0 0,0 2 0,0 0 0,0 0 0,0 2 0,0 1 0,0-2 0,0-1 0,0 0 0,2-1 0,0-2 0,1 2 0,-2-2 0,1 2 0,3-3 0,0 1 0,2 0 0,-1-1 0,-1 1 0,0-2 0,0 2 0,0-1 0,0 1 0,1 1 0,-1 1 0,1 0 0,1-2 0,1 0 0,2-1 0,0-2 0,1-1 0,0 1 0,0-1 0,-2 4 0,0-1 0,0 1 0,-2 1 0,1 0 0,-3 1 0,2 4 0,-2 2 0,1 0 0,-1 1 0,1 0 0,1 3 0,-1-4 0,3 1 0,-1-4 0,1 1 0,3-5 0,0 2 0,0-1 0,-1 1 0,-1-1 0,-1 1 0,-1 1 0,-3 2 0,1 0 0,1 1 0,0 1 0,2 0 0,-2 0 0,2 0 0,-1 0 0,2 3 0,-3-1 0,4-2 0,-1-2 0,2-4 0,-1 1 0,1 0 0,-1 3 0,1 1 0,-3 2 0,2 0 0,-2 0 0,0 2 0,-2 0 0,3 0 0,0 1 0,1-3 0,2 2 0,1-2 0,2 0 0,-1 1 0,0-3 0,-1 2 0,1-1 0,0 1 0,-1 0 0,-1 1 0,1 1 0,2-3 0,0 2 0,-1-1 0,0 3 0,-2-3 0,1-1 0,0 2 0,1 0 0,1 0 0,-2 0 0,0 1 0,0 0 0,1-1 0,-2 2 0,0 2 0,-3-1 0,2 0 0,-1 0 0,1 2 0,-1-1 0,1 0 0,-1 2 0,3-1 0,-1-2 0,0 1 0,0 0 0,0 0 0,-2 1 0,1 0 0,-1 0 0,0 0 0,2 1 0,1-1 0,1 0 0,0-1 0,0 1 0,-2 0 0,0 2 0,-1-2 0,0 0 0,-5 4 0,-5 3 0,-7 4 0,-4 4 0,-2 0 0,-1 2 0,-1-2 0,0-1 0,0-3 0,1 1 0,1 0 0,-1 0 0,1-1 0,2 1 0,5 0 0,4 1 0,5-1 0,2-2 0,3-2 0,1-2 0,1-1 0,0 0 0,0-1 0,-1-1 0,1 1 0,-1 0 0,2-1 0,1 1 0,-1 0 0,-2-2 0,-1-1 0,0-1 0,-1-2 0,1-2 0,0-2 0,-1 0 0,-1 1 0,-2 0 0,1 2 0,1 2 0,0 1 0,-1 1 0,1-1 0,0 0 0,1 0 0,1 1 0,1 1 0,-1 0 0,1 1 0,1 1 0,-1-2 0,0 0 0,2-1 0,1 2 0,-1-3 0,0 1 0,-1 1 0,0 0 0,0 0 0,-1 1 0,-2-1 0,-3-3 0,-4-1 0,-1-3 0,-5 1 0,0 0 0,-4 1 0,0 0 0,-1 1 0,-1 2 0,0 1 0,0 2 0,-1-2 0,0 0 0,-1 1 0,1 1 0,0-1 0,0 2 0,0 0 0,0-1 0,0 2 0,0-1 0,0 0 0,0 2 0,-1 0 0,1 1 0,0-1 0,0 1 0,0 0 0,0 0 0,0 1 0,0 0 0,0 1 0,0 0 0,0-2 0,0 2 0,0-1 0,0 2 0,0 1 0,0-2 0,2 3 0,0-3 0,1 0 0,-2 0 0,1-1 0,1 1 0,-1 2 0,1-1 0,1 1 0,-1-2 0,0 2 0,-1 1 0,2 0 0,3-1 0,7 1 0,4 1 0,3-2 0,1-2 0,1-1 0,1-2 0,-1-1 0,0-1 0,2 0 0,0 0 0,-1 0 0,0-1 0,-1 1 0,0 0 0,0 0 0,-1 0 0,2 0 0,0 2 0,-2 2 0,0 3 0,-3 2 0,-3 1 0,-1 1 0,-3 0 0,0 0 0,-1 1 0,0-1 0,-1 1 0,1-1 0,0 0 0,-1 0 0,-1 2 0,-1 1 0,1-1 0,0 0 0,-1-3 0,0 0 0,-2-1 0,1 0 0,-2-1 0,1 0 0,-1 0 0,-2 1 0,0 0 0,-2 2 0,0-1 0,-1 1 0,0-2 0,0 0 0,-1-2 0,1-3 0,0 2 0,0-2 0,0-2 0,0 0 0,0-1 0,0 0 0,0-1 0,0 2 0,-1 0 0,1 0 0,0 0 0,0 1 0,0 1 0,0-2 0,0 0 0,0 0 0,0-2 0,0 3 0,0-1 0,0 1 0,0-2 0,2 3 0,0-1 0,1 2 0,-2-1 0,1 0 0,-1-2 0,1 2 0,1-1 0,-1 0 0,0 1 0,-1 2 0,0 1 0,-3 0 0,2 1 0,0 0 0,0-1 0,0 1 0,1-2 0,1 1 0,-2-2 0,0 1 0,0 1 0,0-1 0,-1 3 0,-2 2 0,1 0 0,-3 3 0,1-1 0,-2 1 0,3 0 0,1-4 0,1 0 0,1-1 0,3 1 0,0-3 0,2 1 0,1 1 0,2-1 0,2 2 0,0 0 0,1 1 0,3 0 0,2 0 0,0 0 0,-1 0 0,2-2 0,-2 0 0,2 0 0,1-2 0,1-2 0,0 1 0,0-2 0,0-1 0,1-1 0,1-1 0,1-2 0,0-4 0,0 1 0,-3-5 0,1-1 0,-2-2 0,-2 0 0,0 0 0,1-2 0,2 0 0,-2 0 0,2 1 0,-2 1 0,0 2 0,2 1 0,0 0 0,4 0 0,1-1 0,0 2 0,-1 2 0,1 2 0,-1 2 0,0 1 0,-1 0 0,0 1 0,0 1 0,0-1 0,0 0 0,0-1 0,0-2 0,0 1 0,2 1 0,1-1 0,1 1 0,1 1 0,-2 0 0,2 0 0,-1 0 0,0 0 0,-2 0 0,-1 0 0,0 0 0,-2 2 0,-2 1 0,1-1 0,-2 2 0,0-1 0,-1 3 0,0 1 0,-1 1 0,-1 1 0,-2 2 0,0 0 0,-1 0 0,-1 2 0,0 1 0,-1 2 0,1-1 0,0 0 0,0-1 0,-3 1 0,-1-3 0,-1 0 0,-1-2 0,-2 1 0,-1-1 0,-1 1 0,0-3 0,1 1 0,-2-1 0,-1-1 0,3 0 0,-3-1 0,1 1 0,-1-2 0,0-1 0,0-2 0,1 0 0,-1 1 0,1-1 0,0 0 0,-2 0 0,-1-1 0,1-1 0,0 1 0,1-1 0,-2 0 0,0 2 0,1 0 0,0 0 0,0 2 0,1 2 0,1-1 0,0 2 0,0-1 0,0 1 0,0 0 0,0 0 0,0 0 0,0-1 0,2 1 0,1 0 0,-1-1 0,2 1 0,-1 1 0,0 1 0,0-1 0,0 0 0,0-2 0,0 1 0,1 0 0,4 0 0,4-2 0,4-2 0,2-5 0,5-4 0,3-3 0,4-4 0,-1 0 0,1-2 0,-1 2 0,-1-3 0,-3 4 0,0 0 0,-2 1 0,-1 2 0,0 3 0,0 0 0,0 2 0,-1 1 0,1-1 0,0 0 0,0 2 0,0 0 0,2 0 0,1 2 0,1 0 0,0 0 0,0 0 0,-1 0 0,-1 0 0,-1 0 0,-1 0 0,0 0 0,0 0 0,0 0 0,0 0 0,0 3 0,-2 1 0,-3 3 0,-2 1 0,-1 2 0,-2 1 0,-1 1 0,0-1 0,0 0 0,-1 1 0,1-1 0,-1 0 0,1 1 0,0-1 0,0 0 0,0 0 0,0 0 0,0 0 0,0 0 0,0 0 0,0 0 0,0 0 0,-2 0 0,0 0 0,-3 0 0,1 0 0,-2 0 0,1 0 0,-1-2 0,-1 0 0,-2 0 0,2 0 0,-1-2 0,-1 1 0,0-2 0,-1-1 0,-3-2 0,0-2 0,0 0 0,0-1 0,0 2 0,1 0 0,1 0 0,-1 0 0,1 1 0,-2 0 0,-2 2 0,-1-1 0,1 0 0,1 1 0,1 1 0,3 2 0,2 1 0,4 1 0,1 0 0,2 2 0,1-1 0,-1-2 0,-1 0 0,0 0 0,3-2 0,5-2 0,2-1 0,3-2 0,0-6 0,-1-2 0,0-5 0,0 0 0,-2-1 0,-1 3 0,-1-1 0,1 1 0,-2 0 0,1-1 0,1 0 0,-1-1 0,1 3 0,1-1 0,1 0 0,0 2 0,-1 0 0,1 1 0,0 2 0,0 1 0,1 1 0,0 1 0,1 1 0,0 0 0,0 1 0,0-1 0,0 0 0,0 3 0,1-1 0,-1 1 0,0 1 0,0 1 0,0 1 0,-2 1 0,-3 0 0,-1 4 0,-3 2 0,-1-1 0,0 1 0,-4 2 0,0-1 0,-2 0 0,1 0 0,-2-2 0,-2-2 0,2-1 0,-2 0 0,2 0 0,0 1 0,-2-2 0,0 2 0,0 1 0,0 0 0,0 1 0,-1 1 0,-1-1 0,2-1 0,-1 0 0,3 0 0,-1 0 0,-1-1 0,2 1 0,-1-2 0,-1 1 0,-1-1 0,2 0 0,-1 1 0,2-1 0,-1-1 0,1 0 0,0-1 0,-1 0 0,-1 0 0,1 1 0,-1 0 0,2-1 0,-1 0 0,-1-3 0,2 1 0,-1-1 0,-1 0 0,-1-2 0,-1-1 0,0-3 0,-1-2 0,2-3 0,3-2 0,1 3 0,3 4 0,-2 5 0,-1 2 0,-1 4 0,-5-1 0,2 0 0,-2 0 0,1-3 0,-1-1 0,5-2 0,3-1 0,6-1 0,3 0 0,5 2 0,4 0 0,3 2 0,1 0 0,-2 0 0,-1-2 0,-2 0 0,-1-1 0,-1-1 0,-1 1 0,-2-4 0,0 1 0,-3-3 0,1 1 0,0-2 0,-1-1 0,-2-2 0,2 2 0,-2-1 0,-1-3 0,2 1 0,0 0 0,1 0 0,-2 0 0,1 2 0,-1-1 0,0 1 0,0-2 0,2 1 0,0-1 0,0-1 0,0 0 0,-2 0 0,1-2 0,1 1 0,0 1 0,1 3 0,-2-1 0,1 1 0,2-1 0,0 2 0,0-1 0,-1 0 0,0-1 0,0-1 0,-2 0 0,-1-1 0,1 0 0,1 0 0,-1 0 0,0 0 0,-2 0 0,-1 0 0,1 0 0,0 0 0,-1 0 0,2-1 0,2 1 0,-1 0 0,1 2 0,0 1 0,-2-1 0,-1 0 0,1 1 0,0 0 0,1 2 0,1 0 0,-1-2 0,2 2 0,-1-1 0,1 1 0,0 2 0,2-1 0,0 1 0,2 1 0,0 1 0,0-2 0,0 1 0,0 1 0,-2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4T04:12:37.65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2697.72266"/>
      <inkml:brushProperty name="anchorY" value="1628.52625"/>
      <inkml:brushProperty name="scaleFactor" value="0.5"/>
    </inkml:brush>
  </inkml:definitions>
  <inkml:trace contextRef="#ctx0" brushRef="#br0">12 2590 24575,'0'0'0,"-2"2"0,0 2 0,-1 5 0,2 2 0,-1 1 0,1 3 0,1 0 0,0 0 0,0-1 0,0-1 0,0-1 0,0-1 0,0 1 0,4-1 0,3-3 0,4-1 0,2-1 0,1-1 0,-1-2 0,0-1 0,2-3 0,-1-3 0,2-1 0,0 1 0,-2 1 0,2 0 0,4 2 0,1-2 0,1 0 0,1-1 0,-2 0 0,2 0 0,-3 2 0,-1 0 0,-3 1 0,0 1 0,1 0 0,0 0 0,0 0 0,1 0 0,4 0 0,1 0 0,0 0 0,1 0 0,0 0 0,-1 0 0,0 0 0,1 0 0,1 0 0,-1 0 0,-2 0 0,-1 0 0,0 0 0,-1 0 0,-1 0 0,-2 0 0,-3 0 0,2 0 0,0 0 0,0 0 0,-1 0 0,3 0 0,2 0 0,3 0 0,-1 0 0,0 0 0,1 0 0,-1 0 0,0 0 0,-2 0 0,-3 0 0,1 0 0,-3 0 0,2 0 0,-2 0 0,0 0 0,-2 0 0,-1 0 0,0 0 0,-1 0 0,5 0 0,1 0 0,1 0 0,1 0 0,1 0 0,-1 0 0,2 0 0,1 0 0,-2 0 0,3 0 0,-1 0 0,-1 0 0,-2 0 0,-3 0 0,0 0 0,-1 0 0,1 0 0,1 0 0,0 0 0,2 0 0,0 0 0,1 0 0,-2 0 0,-1 0 0,-2 0 0,-2 0 0,1-4 0,2-3 0,1-6 0,3-2 0,-2-3 0,1-2 0,-1 1 0,-4 1 0,-2 5 0,-1 3 0,-1 5 0,0-1 0,0 3 0,0 1 0,0 0 0,1 2 0,0-1 0,0 2 0,0-1 0,0 0 0,0 0 0,0 0 0,1 3 0,1-1 0,0 0 0,0 0 0,0 2 0,0-1 0,-1 0 0,-1-1 0,-2 1 0,0 0 0,0 2 0,0-1 0,0 2 0,1-1 0,3 3 0,0 0 0,3-2 0,-1-1 0,0-2 0,-1 1 0,-1-1 0,1 1 0,0 0 0,1 0 0,1-2 0,-4 2 0,-1-1 0,-3-3 0,0-7 0,-2-5 0,0-7 0,3-6 0,-1 1 0,1-3 0,3 0 0,-2 4 0,0 0 0,1 1 0,-1 1 0,-1 2 0,-1 0 0,1 0 0,-2 1 0,0 0 0,1-3 0,1-1 0,-2 1 0,-1-2 0,0 0 0,1 2 0,-2 0 0,2 0 0,1 3 0,-2-1 0,1 2 0,1 2 0,-1 1 0,-2 1 0,-1 2 0,-2-3 0,1 1 0,0 0 0,-1-1 0,0-1 0,1 1 0,0 1 0,-1 0 0,0 1 0,0 1 0,-2-2 0,1-1 0,-1 1 0,0 0 0,0 1 0,0 0 0,0 1 0,-1 0 0,1 0 0,0 0 0,0 0 0,0 0 0,0 0 0,0 0 0,0 0 0,0 0 0,0 0 0,0-2 0,0-3 0,0-4 0,0 0 0,0 2 0,0-2 0,0 3 0,0-1 0,0 2 0,0 1 0,0 1 0,0 2 0,0-2 0,0-2 0,0 1 0,0-5 0,0 2 0,0-2 0,0 0 0,0-1 0,0 1 0,0 3 0,0 1 0,0 3 0,0 1 0,0 0 0,-2 1 0,0-1 0,-3-4 0,1 1 0,1-2 0,0 1 0,-1 0 0,0 2 0,0 1 0,-1-1 0,-1 2 0,2 1 0,-2-2 0,-2 1 0,2-1 0,1 1 0,-1 0 0,2 0 0,-2-1 0,-1 1 0,2 1 0,-2 1 0,1-1 0,-1 3 0,0 0 0,1-1 0,-4 0 0,2-3 0,-1 0 0,2-1 0,-3 0 0,2 1 0,-1 0 0,2 1 0,0 1 0,-1-1 0,0 2 0,-2-2 0,0 2 0,1-1 0,-1 1 0,-2-1 0,1-1 0,1 1 0,1 1 0,2 1 0,-3 1 0,3 0 0,-2 2 0,3-1 0,-2-1 0,1-1 0,-2-2 0,0 3 0,-2-2 0,3 0 0,-1 2 0,0 2 0,2-1 0,0 1 0,1 0 0,-1 1 0,2-2 0,-1-1 0,-1 1 0,-1-1 0,-2-1 0,0 1 0,0-2 0,-1-2 0,-1 2 0,3 0 0,0-1 0,3 1 0,-1-2 0,1 1 0,2-1 0,2 0 0,-2 2 0,1 1 0,1-1 0,0 0 0,1-1 0,1 0 0,-1-1 0,1 0 0,1 0 0,-1 0 0,0 0 0,0 0 0,2-1 0,3 1 0,1 0 0,3 0 0,1 3 0,1 1 0,0 3 0,-2-1 0,1 2 0,-1 0 0,0 1 0,1 1 0,0 1 0,1 0 0,0 0 0,0 0 0,-7-2 0,-4-2 0,-4-1 0,-4 1 0,-3-1 0,-2-2 0,-1 2 0,-1-2 0,2-1 0,-3-1 0,2-1 0,-1 2 0,4-1 0,1 3 0,1-1 0,-1-1 0,0-1 0,0 2 0,2-1 0,2 0 0,0-1 0,-1 1 0,1 0 0,-1 2 0,0-1 0,-4 0 0,-1-2 0,0 0 0,-1-1 0,3-1 0,0 2 0,1 0 0,-1 0 0,0 0 0,0-1 0,0-2 0,1-1 0,0 0 0,0 0 0,5 2 0,1 6 0,4 3 0,1 3 0,3 2 0,4 5 0,4 2 0,1 3 0,1 0 0,0 1 0,-2 2 0,2 2 0,0 2 0,-1-3 0,-1-2 0,-1 0 0,0-1 0,-1-2 0,0-2 0,0-3 0,0 1 0,-2-1 0,-1-1 0,-1 1 0,0-2 0,0 0 0,1-3 0,2 2 0,0 1 0,0 0 0,1 1 0,0-1 0,0 2 0,3 0 0,-1 0 0,-1 0 0,0-1 0,-1 0 0,-1 2 0,2 0 0,-2 2 0,0-2 0,0-2 0,-2 1 0,0 0 0,0 1 0,1 1 0,1 0 0,0 2 0,0 0 0,1 0 0,0 0 0,-2 0 0,0 1 0,0-1 0,-2 0 0,1-2 0,-3 0 0,2 0 0,0 0 0,-1 0 0,1-1 0,-1 1 0,-2-1 0,1-1 0,1 1 0,0 0 0,0-2 0,0 2 0,0 0 0,-1 0 0,1 2 0,4 2 0,1 1 0,0 3 0,1-3 0,-2 0 0,0-4 0,-3 0 0,3-1 0,-3 3 0,2-1 0,0 0 0,0 2 0,3 3 0,1 0 0,0 0 0,0-1 0,2-1 0,-1 1 0,2 0 0,2 0 0,1 1 0,-1 0 0,1-1 0,-3-1 0,-3-1 0,2 2 0,-2 0 0,0-1 0,-1 0 0,0 0 0,-1-2 0,2 3 0,1-1 0,-1-2 0,-2 0 0,-1-1 0,-3 0 0,0-2 0,-1 0 0,0 0 0,1 1 0,-1 1 0,0-2 0,0 0 0,-2 0 0,1 0 0,-1-1 0,1 3 0,2-1 0,-1 1 0,1-1 0,-1 2 0,0 1 0,2 1 0,0 3 0,2-3 0,-2-1 0,-2 2 0,1-1 0,-2 0 0,0 0 0,2-1 0,-1 0 0,1-3 0,-2 0 0,0-1 0,2 1 0,-1 1 0,0 0 0,-2 1 0,0-3 0,0 3 0,1 2 0,0 1 0,0 0 0,0 0 0,-1-2 0,-2 1 0,0-2 0,-1 1 0,-1-1 0,0 0 0,0 2 0,0 2 0,0 3 0,-1 2 0,4-2 0,-1 2 0,0-2 0,0-2 0,-1-2 0,0-1 0,0-1 0,-1 0 0,0-2 0,0 1 0,0 2 0,-2 0 0,-1 0 0,1 4 0,0 3 0,-2 0 0,1 2 0,-2 3 0,1-2 0,0 0 0,1-1 0,2-3 0,0-1 0,-2-1 0,-1 1 0,-1-2 0,1 0 0,1-2 0,1-1 0,1-2 0,0 1 0,-1 1 0,0 2 0,0 3 0,0-1 0,-1 2 0,0 0 0,0-1 0,1-1 0,1 0 0,0-1 0,-2-2 0,-1 2 0,-1-2 0,1 2 0,1 0 0,1 0 0,-1 0 0,-2 1 0,0-1 0,-1-1 0,0-1 0,2 3 0,1 2 0,-1-1 0,1 1 0,0-1 0,-1-2 0,1 1 0,-2-2 0,0-1 0,-1 2 0,1-2 0,1 2 0,-1 0 0,1-2 0,1 0 0,1-1 0,1-2 0,0 1 0,3-3 0,3-3 0,1-2 0,3 1 0,1-2 0,1-1 0,1 0 0,-1-1 0,1-1 0,-1 0 0,0 0 0,1 0 0,-1 0 0,2 0 0,0 0 0,3 0 0,-1 2 0,0 2 0,-2 3 0,0 1 0,-1 0 0,-2 1 0,-1-2 0,-1 0 0,1 1 0,1-2 0,-2 2 0,0 2 0,0 1 0,-1 1 0,-1 0 0,-3 0 0,-1 0 0,-1-1 0,-1 3 0,-2-1 0,0 1 0,-1-1 0,-1-1 0,0 0 0,-2 2 0,-3 1 0,1 1 0,-2-1 0,0 3 0,0 0 0,-1 1 0,2-1 0,1-2 0,-1-1 0,2-2 0,-1 1 0,0 0 0,0-3 0,0-1 0,0-2 0,2-1 0,-1 1 0,0-2 0,-2-1 0,-2 0 0,-4 1 0,0 0 0,0 0 0,1 0 0,0-2 0,4-3 0,2-4 0,6-3 0,2-4 0,1-3 0,1 0 0,2 0 0,0 0 0,1 0 0,0 1 0,1 3 0,-1-1 0,1 2 0,0-1 0,-2-1 0,-2 0 0,0 4 0,-3 6 0,-1 5 0,-3 3 0,1 5 0,-2 6 0,-2 0 0,2-1 0,-2 2 0,0-3 0,1-1 0,2-1 0,1-2 0,2-1 0,1-1 0,-2-2 0,1-1 0,0 0 0,-2 1 0,-1 3 0,-3-2 0,2 1 0,-2-3 0,1 0 0,0-2 0,0-1 0,-2 0 0,-1 1 0,-2-1 0,-1-1 0,0-1 0,0-1 0,0-1 0,-1-1 0,0 0 0,0 0 0,1 0 0,1 0 0,0-1 0,1 1 0,0 0 0,0 0 0,0 0 0,0 0 0,0-2 0,-2-3 0,-1 1 0,1 0 0,0 1 0,3-2 0,5 2 0,5-2 0,4-2 0,5-1 0,3-1 0,-1-2 0,1 1 0,-1-2 0,-2 1 0,-1 0 0,1-1 0,-2 1 0,0 0 0,-1 0 0,-2 0 0,1 0 0,-1 0 0,-1 0 0,-1 0 0,-1 0 0,-1 4 0,1 5 0,-1 7 0,-3 3 0,1 3 0,-3 4 0,-1 0 0,0 0 0,1-1 0,-1-1 0,1 0 0,-1-3 0,-1 1 0,-1 0 0,1 0 0,-1 1 0,0-1 0,-2-2 0,1 0 0,-2-2 0,0-2 0,3 0 0,-1 1 0,-2 1 0,-1 2 0,0-2 0,0-1 0,0 1 0,0-3 0,1 0 0,-1-2 0,1 0 0,0-2 0,0 0 0,0 0 0,0 0 0,0 0 0,0-1 0,0 1 0,0 0 0,0-2 0,0 0 0,0-1 0,0 2 0,2-3 0,0 1 0,3-2 0,-1 1 0,1-2 0,3-1 0,0-2 0,2 0 0,0-2 0,1 1 0,0-2 0,0 1 0,1 0 0,1-1 0,3 1 0,2 2 0,1 0 0,2 1 0,1 1 0,-2-1 0,0 2 0,0 0 0,-1-1 0,-1-1 0,-1-2 0,1 0 0,-2 0 0,-1 3 0,-4 3 0,-3 6 0,-1 4 0,-2 1 0,1 1 0,-2 2 0,-1 0 0,-1 1 0,-1 0 0,2 0 0,-1-1 0,0-4 0,0-1 0,-1 0 0,0-2 0,-1 0 0,0-2 0,0 0 0,0 2 0,0-1 0,-1 2 0,1 0 0,0 0 0,0-2 0,0 0 0,0-1 0,0 0 0,0-1 0,0 0 0,0 0 0,-2-1 0,-1 1 0,1 0 0,0 0 0,1 0 0,0 0 0,-2 0 0,1 0 0,1-2 0,2-1 0,0-1 0,2-2 0,2-3 0,1 0 0,0-1 0,2-1 0,1-1 0,1-1 0,-1-1 0,-1 0 0,1 1 0,1 1 0,0 0 0,0 0 0,1 1 0,0 0 0,0 0 0,0-2 0,0 0 0,0-1 0,0 2 0,0-1 0,2 4 0,0-1 0,3 1 0,-1 0 0,-3 2 0,-2 1 0,-7 2 0,-1 2 0,-3 1 0,-1 1 0,1-2 0,-1 0 0,1-2 0,0-2 0,3-2 0,-2-1 0,0-2 0,1 0 0,1 2 0,0 0 0,0 2 0,1 0 0,0 2 0,2-2 0,-3 0 0,1-3 0,0-1 0,-1-2 0,1 1 0,3-1 0,1 1 0,0 3 0,0 0 0,2 0 0,0-1 0,1 1 0,0-1 0,1-1 0,0 0 0,0 0 0,1 0 0,1 0 0,0 0 0,3 2 0,1 0 0,2 3 0,2-1 0,0 2 0,1 1 0,1-1 0,-3-1 0,-2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4T04:13:21.650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377.01672"/>
      <inkml:brushProperty name="anchorY" value="227.3755"/>
      <inkml:brushProperty name="scaleFactor" value="0.5"/>
    </inkml:brush>
  </inkml:definitions>
  <inkml:trace contextRef="#ctx0" brushRef="#br0">1282 0 24575,'0'0'0,"-2"0"0,-3 3 0,-2 1 0,1 3 0,-2-1 0,2 2 0,-3 3 0,-4 3 0,2 0 0,-2 1 0,1 1 0,-1 4 0,0 2 0,1-2 0,1-1 0,2-4 0,-1-3 0,3-2 0,2 0 0,-1 0 0,2 0 0,-1 2 0,-2 1 0,1 0 0,0 0 0,0-1 0,2 0 0,-1-1 0,1 1 0,-2-3 0,2-1 0,0 1 0,4 0 0,3 1 0,3-2 0,2-2 0,2-2 0,1-2 0,0-1 0,1 0 0,0-1 0,-1-1 0,1 1 0,-1 0 0,0-1 0,0 1 0,0 0 0,0 0 0,0 0 0,0 0 0,0 0 0,0 0 0,3 0 0,-1 0 0,0 0 0,0 0 0,0 0 0,-2 0 0,1 0 0,-1 0 0,2 0 0,1 0 0,-1 0 0,0 0 0,-1 0 0,0 0 0,2 0 0,-1 0 0,3 0 0,-1 0 0,-1 0 0,0 0 0,-1 0 0,-1 0 0,-1 0 0,3 0 0,-1 0 0,2 0 0,0 0 0,0 0 0,-2 0 0,2 0 0,0 0 0,1 0 0,1 0 0,0 0 0,1 0 0,1 0 0,-1 0 0,-2 0 0,-1 0 0,-2 0 0,0 0 0,-2 0 0,2 0 0,0 0 0,0 0 0,0 0 0,-1 0 0,-2-2 0,-4-3 0,-1-1 0,-3-3 0,-1-1 0,0-1 0,0 0 0,1 0 0,0-1 0,0 1 0,-1-1 0,-1 1 0,1 0 0,-1 0 0,0 0 0,0 0 0,0 0 0,-3 2 0,-1 2 0,-3 3 0,-2 1 0,-1 2 0,-3 1 0,0 0 0,-3 1 0,0-1 0,1 1 0,1-1 0,1 0 0,5 0 0,6-2 0,4 0 0,4 0 0,3 0 0,2 0 0,1 2 0,2-3 0,2 0 0,3 1 0,1 0 0,2-1 0,-2 0 0,-3 0 0,1-1 0,-1 0 0,-3 1 0,2 1 0,-1 0 0,-2 2 0,3-1 0,-2-1 0,0 0 0,-1 0 0,-1 0 0,0 1 0,-1 0 0,1 1 0,-1 0 0,-1 0 0,1 0 0,0 0 0,0 0 0,0 0 0,0 0 0,2 0 0,1 0 0,1 0 0,0 0 0,0 0 0,1-2 0,-1 0 0,0-1 0,-2 1 0,0 1 0,-2 0 0,1 1 0,-1-1 0,0 1 0,-1 0 0,1 1 0,0-1 0,0 0 0,-2-2 0,0-1 0,-5 3 0,-4 1 0,-6 0 0,-3 2 0,-3 0 0,-2 0 0,-2-1 0,2 0 0,-1-1 0,2 0 0,1-1 0,0 2 0,1 0 0,0 0 0,0 0 0,0-1 0,0 0 0,0-1 0,0 0 0,0 0 0,0 0 0,0 0 0,0 0 0,2 2 0,0 3 0,3 1 0,1 3 0,2 1 0,1 1 0,4 0 0,0 1 0,1-1 0,-1 1 0,0-1 0,1 0 0,0 0 0,0 0 0,1 0 0,-1 0 0,1 0 0,0-2 0,2-2 0,1-1 0,2-1 0,1-2 0,1 0 0,0-2 0,0-1 0,1 0 0,-1 0 0,0 0 0,3 0 0,-1-1 0,1 1 0,-1 0 0,-1 0 0,0 0 0,-1 0 0,3 0 0,-1 0 0,2 0 0,1 0 0,-2 0 0,0 0 0,-1 0 0,-1 0 0,-1 0 0,0 0 0,0 0 0,2 0 0,1 0 0,-1 0 0,2 0 0,-1 0 0,2 0 0,0 0 0,-1 0 0,1 0 0,-1 0 0,-1 0 0,0 0 0,-2 0 0,2 0 0,0 0 0,-1 0 0,0 0 0,1 0 0,0 0 0,0 0 0,-1 0 0,-1 0 0,0 0 0,2 0 0,-1 0 0,0 0 0,0 0 0,-1 0 0,0 0 0,-1 0 0,1 0 0,-1-2 0,-5 2 0,-4 0 0,-6 0 0,-7 1 0,-7-1 0,-1 3 0,-3-1 0,0 3 0,-1-1 0,1 0 0,-1 1 0,2-1 0,1-1 0,2-1 0,3 0 0,1-1 0,1 1 0,1 0 0,1 0 0,0 0 0,1-1 0,-3 2 0,0 0 0,0-1 0,0 0 0,1-1 0,-2 2 0,0 0 0,0 2 0,-1 1 0,-2 2 0,3 1 0,1-1 0,-1 1 0,0 0 0,3 0 0,3 2 0,3-1 0,2 1 0,1 0 0,2 0 0,0 0 0,1 0 0,0 0 0,-1 2 0,0 3 0,1 0 0,-1-1 0,2-1 0,0-1 0,3 2 0,-1-1 0,2 2 0,1-3 0,-1 1 0,1 0 0,2-1 0,-3 1 0,2-2 0,-2 0 0,1-4 0,0 1 0,2-1 0,0-2 0,1-1 0,1 1 0,-4 0 0,-5-1 0,-2 2 0,-4 0 0,-2 0 0,-3 0 0,-1 1 0,-1-1 0,-1 0 0,1 2 0,-3-1 0,2 2 0,1 0 0,0-1 0,1 0 0,-3 0 0,-5 0 0,3 1 0,0-2 0,-1 0 0,1 1 0,1-2 0,1-2 0,1-1 0,0-2 0,1-1 0,0-1 0,0 0 0,0 0 0,-2-3 0,-3-2 0,1 1 0,-2-1 0,-2 0 0,1 0 0,-1-1 0,0 2 0,1 0 0,1 1 0,3 1 0,-2-1 0,0 1 0,0 0 0,1 0 0,1 1 0,1 0 0,1 1 0,0 0 0,1 0 0,-2 0 0,0 0 0,0 0 0,-2 0 0,-2 0 0,1 0 0,-2 0 0,1 0 0,-1 0 0,0 0 0,0 0 0,2 0 0,-1 0 0,2 0 0,0 0 0,2 0 0,1 0 0,0 0 0,1 0 0,0 0 0,0 0 0,0 0 0,0 0 0,-2 0 0,0 0 0,0 0 0,-2 0 0,0 0 0,-1 3 0,0-1 0,-3 2 0,0 0 0,2 0 0,1-1 0,-2-1 0,1-1 0,0-1 0,2 2 0,-1 3 0,0-1 0,-1 0 0,2 1 0,-1 2 0,0 1 0,2-1 0,1 1 0,-2 0 0,1 1 0,1-1 0,0 0 0,3 1 0,0-2 0,1 0 0,2 2 0,2-1 0,0 0 0,0 0 0,0-2 0,1 1 0,1 0 0,0 2 0,2 0 0,-2 1 0,0 1 0,-1 0 0,0 0 0,0 0 0,2 1 0,0-1 0,1 0 0,1 0 0,0 0 0,0 0 0,2 0 0,3-2 0,-1 0 0,5 0 0,1-2 0,1-2 0,1-2 0,-2 1 0,-1 0 0,1-2 0,-1 2 0,1-1 0,1 0 0,-1-1 0,1-1 0,0 0 0,0-1 0,0 0 0,1-2 0,-4-2 0,-1-3 0,-3-4 0,1-1 0,-2-2 0,0 1 0,-2 0 0,3 1 0,0-2 0,1 0 0,1-2 0,2 3 0,-2-1 0,2 0 0,-2 1 0,1 3 0,1 0 0,-2 1 0,1-1 0,1 1 0,1-1 0,1 1 0,2 1 0,1 1 0,0 3 0,-2 3 0,-7 1 0,-3 4 0,-5 0 0,-3 2 0,-2 0 0,-2 2 0,0 2 0,-1 1 0,1 1 0,-1 0 0,0 0 0,3-1 0,0 1 0,2-1 0,1-2 0,0 0 0,2-1 0,0 2 0,0-1 0,-1 1 0,1 1 0,-2 0 0,2 0 0,0 0 0,1 0 0,1 0 0,2 0 0,-1 0 0,1 0 0,0 1 0,1-1 0,1-3 0,0 1 0,3-2 0,1 0 0,2-2 0,2-1 0,0 1 0,1-2 0,1 2 0,-1 2 0,1-2 0,-1 2 0,0-1 0,0-2 0,0-1 0,3-1 0,1-1 0,1 0 0,3-2 0,2 1 0,2 0 0,-1 0 0,-1 0 0,-2-1 0,-1 1 0,-4-2 0,-4-2 0,-3-5 0,-4-4 0,1-2 0,-1 0 0,-2 1 0,0 0 0,2 3 0,0 2 0,-1-1 0,0 1 0,-1-1 0,2 0 0,0 0 0,-1-1 0,0 0 0,-1 0 0,2 2 0,-1 1 0,1-1 0,1 2 0,2-1 0,-1 0 0,2 2 0,-2-2 0,0 0 0,0 0 0,1-2 0,-2 2 0,-4 4 0,-4 4 0,-2 4 0,-3 6 0,-2 0 0,2 3 0,-2 2 0,1 1 0,2 0 0,1-4 0,1-1 0,0 0 0,2-2 0,0 1 0,2 0 0,0 1 0,2 0 0,2-3 0,0 1 0,3-3 0,-1 1 0,2-1 0,-1 0 0,4-1 0,-2 0 0,2 0 0,0-1 0,3 1 0,1-1 0,0 1 0,0-1 0,-1 0 0,0-2 0,0 0 0,-1-1 0,2-1 0,1 0 0,1 0 0,0 0 0,0 0 0,-2 0 0,0-1 0,-3-1 0,-3-2 0,-2-3 0,-1 0 0,0 0 0,-2-2 0,2-3 0,1 0 0,2-1 0,1 0 0,2 3 0,-1-2 0,-1 3 0,-1-1 0,1 3 0,-3 0 0,1 1 0,2 0 0,0-1 0,1 1 0,1 1 0,1 2 0,-2-2 0,0 2 0,0 1 0,-5 2 0,-3 1 0,-4 3 0,-5 2 0,-1 2 0,-2 0 0,0 0 0,0-1 0,1 0 0,1-2 0,2 2 0,0 0 0,0-1 0,-2 1 0,0 1 0,1 1 0,2 1 0,2 0 0,2 1 0,0 0 0,2 0 0,0 0 0,3-2 0,1 0 0,1 0 0,2-2 0,-1 1 0,0-3 0,0 2 0,0-2 0,2-2 0,3 2 0,0-1 0,4-1 0,0-1 0,4-1 0,2 2 0,-2 0 0,0 1 0,-3 0 0,-2 0 0,-1-2 0,-1 0 0,-1-1 0,0-1 0,0 0 0,-1 0 0,3 0 0,0 0 0,3 0 0,-1 0 0,-1 0 0,0-3 0,-1 1 0,1 0 0,0 0 0,-1-2 0,0 1 0,0-2 0,-2 1 0,1 0 0,-1-1 0,0 1 0,2 1 0,-2-1 0,2-2 0,0 1 0,-3-2 0,0 2 0,-2-2 0,2 0 0,-2-2 0,0 2 0,-1-1 0,0 1 0,0 0 0,0 0 0,0 0 0,1 2 0,1 0 0,0 0 0,1 2 0,1 1 0,0 1 0,0 0 0,1 1 0,-1 0 0,0 0 0,0 0 0,0 0 0,0 1 0,1-1 0,-1 0 0,0 0 0,0 0 0,0 0 0,0 0 0,0 0 0,0 0 0,0 0 0,0 0 0,0 0 0,0 0 0,0 0 0,0-2 0,0-1 0,0-1 0,0 0 0,0 0 0,0 1 0,-2-1 0,0 1 0,0 0 0,0 1 0,-2-1 0,1 0 0,-2-2 0,1 1 0,0 0 0,2 0 0,0 0 0,-1-2 0,0 2 0,1-4 0,0 1 0,1-2 0,3 0 0,0 1 0,0 0 0,0 2 0,0-1 0,-1 2 0,-3-1 0,0 1 0,0-1 0,-2-1 0,-2-1 0,-4-2 0,-1 0 0,-4 2 0,0-1 0,-2 0 0,-1 0 0,-2 1 0,1 0 0,0 1 0,1 1 0,0-2 0,-1 0 0,-1 1 0,0 1 0,1 0 0,-3 1 0,0 0 0,0-2 0,-3-1 0,-2-1 0,0-1 0,-2-3 0,1 2 0,2-3 0,-2 3 0,2 1 0,0-1 0,2 1 0,1-1 0,0 1 0,1 2 0,0-3 0,0 2 0,2-2 0,1 1 0,-1 1 0,2-1 0,0 0 0,1 0 0,0 1 0,-2 1 0,2-1 0,-1 0 0,2-3 0,-2-1 0,0-2 0,0 0 0,0 1 0,-1 0 0,2 1 0,-2 1 0,0-2 0,2 0 0,0 1 0,3 0 0,-2-1 0,2-2 0,-2 0 0,1 0 0,-1 0 0,0 1 0,-1 2 0,1 2 0,1 1 0,1 0 0,1 0 0,2 0 0,-3-1 0,1 1 0,0-1 0,0 0 0,5 2 0,4 2 0,1 3 0,3 1 0,0 2 0,1-1 0,-1 0 0,1 0 0,0 1 0,-1 0 0,0 0 0,3 1 0,-1 0 0,0 0 0,0 0 0,0 0 0,1 0 0,0 0 0,-1 2 0,0 3 0,-1-1 0,-2 3 0,-1-2 0,0 2 0,0 0 0,-2 2 0,1-1 0,0 0 0,-1 0 0,0 2 0,-1 0 0,1 0 0,0 1 0,2 2 0,0-2 0,1 2 0,1 3 0,0-1 0,0 2 0,0-1 0,2 1 0,-1 0 0,-1-2 0,-3-1 0,1-1 0,-3-1 0,0-1 0,2-2 0,0 0 0,1 1 0,1 4 0,0 0 0,-1 0 0,0 2 0,0-3 0,-2-1 0,1 0 0,-3-2 0,2 1 0,0 0 0,-1-1 0,1-1 0,-1-1 0,-2 1 0,1 0 0,2 1 0,-2 2 0,2-1 0,-2 2 0,-1 0 0,1 2 0,-1 0 0,2 1 0,-2 0 0,0-1 0,-2-1 0,0-1 0,-2-1 0,3-1 0,1 3 0,1-1 0,-1 0 0,-1 0 0,-1-1 0,-1 0 0,0-1 0,-1 0 0,0 0 0,0 0 0,-1 0 0,1 0 0,0 0 0,0 0 0,0 2 0,-2 1 0,-1-1 0,1 0 0,-2-1 0,1 0 0,-3-2 0,2-2 0,-2 1 0,-1 0 0,-4 1 0,-1-2 0,-1-2 0,1 0 0,-3 1 0,-2-1 0,1-2 0,0 2 0,-2-2 0,0 1 0,-1-1 0,1 0 0,-3 1 0,0-2 0,-3 1 0,-1-2 0,0-1 0,1 0 0,0-1 0,1 0 0,-2 0 0,-2 0 0,2 0 0,1-1 0,2 1 0,-1 0 0,1 0 0,1 0 0,-1 2 0,0 1 0,2 1 0,1 0 0,-3 0 0,1-1 0,1-1 0,1-1 0,-2-1 0,-1 0 0,3 0 0,-2 2 0,3 2 0,0 1 0,1-1 0,2-1 0,-1-1 0,2 0 0,-3-2 0,2 0 0,1 3 0,0-1 0,2 0 0,0 2 0,0-1 0,-1 0 0,0-1 0,-2 0 0,0-1 0,0-1 0,2 0 0,-5 0 0,2 0 0,0 0 0,1 0 0,-3 0 0,1 0 0,0 0 0,2 0 0,-1 0 0,2 0 0,0 0 0,0 0 0,2 0 0,0 0 0,-1 0 0,-2 0 0,-1 0 0,-1 0 0,-2 0 0,0 0 0,-2 0 0,-1 0 0,-2 0 0,-1 0 0,1 0 0,0 0 0,2 0 0,-1 0 0,3 0 0,-1 0 0,3 0 0,2 0 0,1 0 0,0 0 0,1 0 0,1 0 0,0 2 0,-1 0 0,0 3 0,1-1 0,-2-1 0,-4 0 0,-2-1 0,1-1 0,-1 2 0,1-1 0,1 0 0,2 2 0,-1-1 0,3 0 0,0-1 0,2 2 0,1-1 0,0 0 0,1 1 0,0 0 0,-2-1 0,0 1 0,0 0 0,3 1 0,0-1 0,-2 2 0,0 1 0,0 0 0,0-2 0,0 0 0,-2 2 0,0-1 0,-1 1 0,-1-2 0,4 2 0,0-2 0,4 1 0,4-1 0,8-1 0,3-1 0,3-2 0,2 0 0,1-1 0,2 0 0,0 0 0,1 0 0,0 0 0,-1 0 0,-1-1 0,-1 1 0,-1 0 0,-1 0 0,0 0 0,0 0 0,0 0 0,0 0 0,0 0 0,0 0 0,0 0 0,0 0 0,0 0 0,-2 3 0,-3 1 0,-4 3 0,-4-1 0,-1 2 0,-3 0 0,0 2 0,-1 0 0,1 0 0,-1 1 0,-1 0 0,2 1 0,-1-1 0,-1 0 0,1 0 0,-1 0 0,0 0 0,-1 0 0,0 1 0,1-1 0,-1 0 0,0 0 0,0 0 0,-1 0 0,0 0 0,-1 0 0,0 0 0,5-2 0,4-3 0,6-2 0,4-1 0,5-2 0,2-1 0,2 0 0,0 0 0,2-1 0,-2-1 0,-2-1 0,2 1 0,-2 0 0,-1 0 0,0 1 0,-2 1 0,-5 0 0,-4 0 0,-4 2 0,-3 0 0,-3 3 0,-2 1 0,-1 0 0,-1 2 0,2 0 0,-1-1 0,3 0 0,0-1 0,1 1 0,0-1 0,-1 0 0,-1 1 0,1 1 0,-1 0 0,2-1 0,-1 0 0,2-1 0,1 2 0,1 0 0,4 0 0,4-3 0,4-1 0,2-1 0,1-2 0,3-1 0,0-2 0,-1 0 0,0-1 0,1 1 0,-1 0 0,0 1 0,-1 1 0,0-1 0,-2 1 0,-4 0 0,-7 1 0,-4 1 0,-3 2 0,-1 1 0,0 1 0,0 4 0,1 1 0,2 2 0,4-3 0,1 0 0,4-2 0,4-3 0,5 1 0,3 0 0,2-1 0,-2 0 0,0-2 0,-2-2 0,1 2 0,0 0 0,1-1 0,-1 2 0,-1-1 0,2 0 0,-1-1 0,-1 0 0,-1-2 0,2 1 0,-1-1 0,2 0 0,-1 0 0,-1-1 0,0 1 0,-1 0 0,-1 0 0,-1 0 0,0 0 0,0 0 0,2 0 0,0 0 0,1 0 0,1 0 0,-1 0 0,2 0 0,0 0 0,-1 0 0,-1 0 0,-2 0 0,0 0 0,2 0 0,-1 0 0,3 0 0,-1 0 0,4 0 0,-1 0 0,1 0 0,4 0 0,0 0 0,3 0 0,-2 0 0,1 0 0,0 0 0,0 0 0,1 0 0,1 0 0,1 0 0,0 0 0,4 0 0,6 2 0,3 1 0,2-1 0,2 0 0,-4-1 0,-2 0 0,-5 0 0,-4-1 0,-3 0 0,-5 0 0,-2 0 0,-3 0 0,3 0 0,-3 0 0,0-1 0,-2 1 0,-2 0 0,-1 0 0,2 0 0,2 0 0,1 0 0,3 0 0,0 0 0,2 0 0,-2 0 0,0 0 0,-2 0 0,3-2 0,0 0 0,0-3 0,2 1 0,-1 1 0,1 0 0,1-1 0,-1 1 0,-3 0 0,-1-1 0,-2 0 0,1 1 0,-2 1 0,-2 1 0,4 0 0,1-2 0,4 1 0,1-2 0,0 0 0,-2 0 0,0-1 0,-3 1 0,-3 1 0,-1 1 0,-2 1 0,-2 0 0,0 0 0,0-1 0,0 0 0,4 0 0,0 0 0,2-1 0,2 0 0,2 0 0,2 1 0,-1 1 0,-4-2 0,0 0 0,-3-2 0,-1 1 0,-2-1 0,0-2 0,1 0 0,2 0 0,3-1 0,-1 1 0,4-3 0,0 2 0,0-1 0,-1 2 0,-1 0 0,-3-1 0,1 1 0,-2 0 0,2-1 0,-2 1 0,-1 0 0,0 1 0,-2-1 0,0 2 0,-3-1 0,0 1 0,2-1 0,-2-1 0,3 1 0,-3-1 0,1 1 0,-2 0 0,0 0 0,-3 0 0,2-1 0,0 1 0,-1-1 0,1 1 0,-1-1 0,0 2 0,1-3 0,2 0 0,-2 0 0,3-1 0,1-3 0,0 2 0,1-1 0,2-1 0,0 1 0,-3 0 0,0 3 0,0 2 0,-1 0 0,2 0 0,3-2 0,-2-1 0,0 0 0,-2-2 0,1 3 0,-4-3 0,1 2 0,-2-1 0,-1 1 0,-1-1 0,1 0 0,-1-3 0,1 0 0,1 0 0,-1-2 0,-1 0 0,-2 1 0,1-2 0,0 1 0,-2-1 0,0 0 0,-1 2 0,0 0 0,-1-1 0,0 1 0,0 0 0,0 1 0,0 1 0,0 0 0,0 1 0,-1-2 0,1-1 0,0 1 0,0-2 0,0 1 0,0 0 0,-2-2 0,0 1 0,0 1 0,-2-2 0,0-1 0,-1 1 0,0-2 0,-1 0 0,1 0 0,-1 0 0,-1 0 0,0 1 0,2 0 0,-1 2 0,2 1 0,-2 0 0,0 0 0,0 0 0,1 1 0,2 1 0,-2-2 0,0-4 0,-2-2 0,0 1 0,2 0 0,-1 5 0,1 2 0,2 1 0,-2 1 0,-1 1 0,1-1 0,0-1 0,0 3 0,1 0 0,-2-1 0,0 0 0,0-1 0,-1 0 0,1-1 0,-1 3 0,2-1 0,-1 2 0,-2 0 0,0 0 0,1-2 0,-1 0 0,0 1 0,1 0 0,-1 1 0,2 0 0,-1 2 0,2-1 0,-1 1 0,1-1 0,-1 1 0,-1 1 0,-3-1 0,-2-1 0,-1 1 0,1 1 0,0 1 0,-3 1 0,1 1 0,-2 0 0,1 1 0,0 0 0,-1 1 0,-1-1 0,0 0 0,2 0 0,0 0 0,2 0 0,1 2 0,1 1 0,-1-1 0,2 2 0,-1-1 0,0 3 0,0-2 0,0 0 0,0-1 0,0-1 0,0-1 0,0-1 0,0 0 0,0 0 0,0 0 0,0 0 0,0-1 0,0 1 0,0 0 0,0-2 0,0 0 0,0-1 0,0 1 0,0 1 0,0-2 0,0 0 0,0 1 0,-1 0 0,1 1 0,-2 0 0,-2 1 0,-3 0 0,-2 2 0,-3 2 0,1 3 0,2 2 0,0 1 0,0-1 0,3-3 0,0-1 0,3-2 0,1-2 0,3-2 0,4-4 0,1-2 0,3-2 0,2-1 0,0-1 0,0-1 0,1 1 0,-1-1 0,-2 3 0,0 0 0,-2 2 0,-2 2 0,-4 2 0,-2 0 0,-1 0 0,-2 0 0,-2 2 0,-2 0 0,1 0 0,1 1 0,1 0 0,3-2 0,0 0 0,1-2 0,3-3 0,1 2 0,2-3 0,-1 2 0,0 0 0,-1-2 0,1-1 0,1 0 0,0 1 0,0-1 0,0 0 0,-1 2 0,2 0 0,-2 1 0,2-1 0,-1 2 0,-1 1 0,-2 2 0,0 0 0,-1 1 0,-1 1 0,0 0 0,0 1 0,0-1 0,-1-2 0,3-2 0,0-1 0,-2-1 0,0 0 0,-3 2 0,-1 1 0,1-2 0,1 2 0,0-2 0,1 1 0,0 0 0,1 2 0,2-2 0,0 1 0,1 0 0,-1 2 0,-1-1 0,0 2 0,-1-1 0,1 1 0,-1 0 0,-3 1 0,1-1 0,-1 0 0,1 0 0,1 0 0,0 0 0,0 0 0,1 0 0,0 0 0,0 0 0,0 0 0,0 0 0,0 0 0,0 0 0,0 0 0,0 0 0,0 0 0,0 0 0,0 0 0,0 0 0,2 2 0,1 0 0,-1 3 0,0 1 0,1 2 0,-2 2 0,-3 2 0,0-1 0,-1 1 0,0-1 0,1-3 0,1 1 0,-2-2 0,-2-1 0,1 2 0,-3-2 0,0 1 0,0 0 0,0 0 0,0 0 0,1-1 0,-2-2 0,1 1 0,2-1 0,2 2 0,1-2 0,1 2 0,0 1 0,1-1 0,-2 1 0,0-1 0,-2 3 0,-2 0 0,0 2 0,-1 0 0,1-1 0,-1 1 0,-1 1 0,2 0 0,1-1 0,1-1 0,2 1 0,1-1 0,2-1 0,2-2 0,-1 0 0,0-1 0,2 0 0,-1 1 0,0 2 0,-1-2 0,2 0 0,-1-1 0,2 1 0,1 1 0,2 0 0,2 2 0,0 0 0,1-4 0,-2-4 0,-3-2 0,-1-3 0,0-4 0,-2 1 0,2-2 0,-1 1 0,1 0 0,0 1 0,-2-2 0,0-2 0,-1 1 0,1 0 0,2 0 0,-1 2 0,2-1 0,-1 0 0,2-1 0,-2 1 0,-1 0 0,1-2 0,-1 0 0,1 1 0,0 1 0,1 0 0,-2 2 0,0 0 0,-1-4 0,0 0 0,1-2 0,-2 2 0,2 1 0,0-1 0,1 0 0,1 0 0,0 2 0,1-3 0,-1 3 0,1-1 0,0-1 0,2 1 0,0-2 0,-1 3 0,1 0 0,-1-1 0,2 0 0,0-1 0,2 4 0,1 4 0,5 11 0,1 4 0,0 5 0,2 3 0,-1-4 0,-1 0 0,-2-3 0,-2-1 0,1 1 0,0-1 0,2 0 0,2-1 0,-2 0 0,1 0 0,1-1 0,-2 2 0,1 1 0,-2 1 0,1 2 0,0-2 0,-1-1 0,1-4 0,-1-1 0,0 0 0,2 0 0,0 0 0,2 1 0,0 0 0,0 1 0,1-2 0,1 0 0,-1-3 0,0 1 0,-2 1 0,-2 0 0,-3 2 0,-3-3 0,-5 2 0,-2-1 0,-3-1 0,-2 1 0,0-2 0,-3-2 0,2 1 0,1-1 0,0-1 0,0-1 0,0-1 0,0 0 0,1-1 0,-1 0 0,0 0 0,0 0 0,0-1 0,0 1 0,0 0 0,0 0 0,-3 0 0,1 0 0,0 0 0,0 0 0,0 0 0,1 0 0,1 0 0,0 0 0,0 2 0,0 3 0,0-1 0,0 0 0,-2 0 0,-1 0 0,-3 2 0,-3-1 0,-1 2 0,-2 0 0,1 2 0,-1-1 0,0-2 0,2 0 0,3-1 0,1 1 0,-1-2 0,1 2 0,1 1 0,2 1 0,4 1 0,2 2 0,4-1 0,2 1 0,1 1 0,1-1 0,0 0 0,1 1 0,-1-1 0,1 0 0,-1 0 0,0 0 0,-2 0 0,0 0 0,0 0 0,0 0 0,0 0 0,2 0 0,-3 0 0,-2 0 0,1 0 0,-3 0 0,0-2 0,-2-2 0,-1-3 0,-3-2 0,0 0 0,0-2 0,-1 0 0,2-1 0,0 1 0,-2-1 0,0 1 0,1 0 0,0 0 0,1 0 0,-2 0 0,0 0 0,1 0 0,-2 0 0,0 0 0,1 0 0,1 2 0,0 0 0,1 3 0,1-1 0,0-1 0,0 0 0,0-1 0,0-1 0,-2 0 0,0-1 0,-3 0 0,1-1 0,-2 1 0,3 2 0,2 0 0,0 1 0,1-2 0,0 1 0,1-2 0,-1 1 0,0-1 0,0 0 0,0 0 0,-2 0 0,-2 0 0,-1 0 0,1 0 0,1 0 0,1 0 0,0 0 0,1-5 0,3-1 0,3-3 0,2-2 0,1 0 0,3-1 0,-1 1 0,2-1 0,1 0 0,1 1 0,2 0 0,-1 0 0,5-3 0,0 1 0,2 2 0,-1 0 0,-1 1 0,0 0 0,1 2 0,0 2 0,1 0 0,-1 0 0,1 0 0,0 0 0,1 0 0,-3 0 0,-1 1 0,1-1 0,-4 3 0,-4 2 0,-4 2 0,-4 4 0,-4 2 0,0 3 0,0-2 0,1 1 0,1-2 0,2 0 0,0-1 0,0 1 0,1 0 0,-1-1 0,1 1 0,0-2 0,1 2 0,-1-2 0,-1 1 0,0 1 0,0 0 0,2 0 0,-2 1 0,0 1 0,-2 0 0,0-1 0,1 1 0,-1-2 0,0 0 0,0 0 0,-1-1 0,0-1 0,-1-1 0,0 0 0,0-1 0,0 0 0,-2-1 0,-1-1 0,1-1 0,0 0 0,0 0 0,1 0 0,1 0 0,0 0 0,0-2 0,2-3 0,0 0 0,3-1 0,-1 1 0,2-2 0,1-1 0,1 0 0,2-2 0,0 0 0,1-1 0,0 0 0,3-1 0,0 1 0,3 0 0,3 0 0,2 0 0,0-1 0,1 4 0,-3-1 0,3 0 0,0 2 0,0 2 0,-3-1 0,0 2 0,1-1 0,-1-2 0,3 1 0,-1-1 0,-1 2 0,3-2 0,-3 0 0,-3 3 0,-4 3 0,-4 2 0,-3 3 0,-4 3 0,-1 1 0,-2 0 0,-3 3 0,0 0 0,0-1 0,3 0 0,0-3 0,4 1 0,-1-2 0,2 0 0,0 1 0,0-1 0,0 1 0,-1-2 0,-1 2 0,0-2 0,-2 1 0,0-1 0,-1-1 0,0 1 0,-3-1 0,1-1 0,-1-1 0,1-3 0,3-3 0,3-2 0,2-3 0,2-1 0,2-1 0,1 0 0,0-1 0,1 0 0,-1-1 0,1-3 0,1 0 0,3 1 0,4 0 0,4 2 0,-1 1 0,1 2 0,4 1 0,-3 1 0,0 1 0,-2 2 0,-2 4 0,-5 4 0,-5 2 0,-5 4 0,-3 1 0,-2 1 0,-1-1 0,-1-1 0,2 1 0,1-1 0,2 1 0,-1 1 0,0-1 0,0-1 0,1 0 0,-1-2 0,2 0 0,-1-2 0,0-1 0,-1-2 0,-2 0 0,0-2 0,-1-2 0,2-2 0,1-3 0,1-2 0,0 1 0,1-1 0,0 0 0,1-1 0,-1 2 0,2 0 0,-2-1 0,1 0 0,1-1 0,1 0 0,2-3 0,2 0 0,3 0 0,3 0 0,2 0 0,1 1 0,1 3 0,1 0 0,-1 2 0,1 2 0,-1 2 0,1 0 0,-1 0 0,0 1 0,-2-2 0,0 1 0,4 0 0,1 1 0,2 1 0,2-2 0,2-2 0,1 0 0,1 1 0,-2 1 0,-2 1 0,-2-1 0,-2 0 0,-2 0 0,0 2 0,-1-3 0,0 1 0,-1 1 0,1 0 0,-1 1 0,1 0 0,0 1 0,0 0 0,0 0 0,0 0 0,0 0 0,0 0 0,0 0 0,1 0 0,-1 0 0,0 0 0,0 0 0,0 0 0,0 0 0,0 0 0,0 0 0,0 0 0,0 2 0,0 1 0,0-1 0,0 0 0,0 1 0,0 0 0,0 0 0,0-1 0,5 2 0,-1-1 0,-1 2 0,0-1 0,0 1 0,-1 0 0,0 1 0,-1 0 0,-1-2 0,0-2 0,0 0 0,0-1 0,2-1 0,1 0 0,-1 0 0,0 0 0,-1-1 0,0 1 0,-1 0 0,1 0 0,-1 0 0,0 0 0,0 0 0,0 0 0,-1 0 0,2 0 0,-1 0 0,0 0 0,0 0 0,0 0 0,0 0 0,0 0 0,2 0 0,0 0 0,1 0 0,-2 0 0,1 0 0,-1 0 0,-1 0 0,1 0 0,-1 0 0,0 0 0,0-2 0,2-3 0,2-1 0,3-3 0,-1-1 0,0 2 0,0 1 0,-1 0 0,-1 2 0,-2 1 0,-2 0 0,-2 0 0,0 1 0,-2-1 0,0 1 0,1 0 0,-2-2 0,4 0 0,0-3 0,1 1 0,0 0 0,1-2 0,-3 0 0,0 1 0,-6 4 0,-5 5 0,-4 1 0,-5 3 0,-2 2 0,-3 0 0,-5 1 0,-1 1 0,-4 0 0,0-1 0,0 1 0,3-3 0,1-1 0,3-2 0,2-1 0,-2-1 0,2-1 0,-1-1 0,1 1 0,1 0 0,2 2 0,-3 0 0,1 0 0,0 0 0,1-1 0,-1 0 0,2-1 0,-3 0 0,0 0 0,-2 0 0,1 0 0,1 0 0,2 0 0,1 0 0,0 0 0,0 0 0,1 0 0,0 0 0,-1 0 0,0 0 0,-2 0 0,1 0 0,0 0 0,2 0 0,0 0 0,1 0 0,0 0 0,1 0 0,0 0 0,-2 0 0,-2-2 0,-1 0 0,1-1 0,-1-1 0,1 1 0,0-3 0,-1 0 0,1-1 0,1 0 0,1 1 0,3 0 0,-2-2 0,1 2 0,1-2 0,1 2 0,2 0 0,-2-2 0,-1 0 0,0-1 0,-2-2 0,3 1 0,0 1 0,2 0 0,0 2 0,2 0 0,-1 0 0,-1 0 0,-2 0 0,0 2 0,-1-2 0,0 0 0,-1 1 0,-1-1 0,1 1 0,2-1 0,0 2 0,0 1 0,0-1 0,1-1 0,7 1 0,4 1 0,4 0 0,2 2 0,4 1 0,4 1 0,-1 0 0,3 0 0,-2 0 0,-1 1 0,1-1 0,1 0 0,-2 0 0,0 0 0,-2-2 0,-5 0 0,-6-1 0,-5 2 0,-4-1 0,-6-1 0,2-2 0,-2 0 0,0-1 0,0 1 0,1-2 0,0-1 0,0 0 0,-3-2 0,1 0 0,0-1 0,0 0 0,1 0 0,0-1 0,0 1 0,1 2 0,2-2 0,0 0 0,7 2 0,4 2 0,4 2 0,3 4 0,2 2 0,1 3 0,0 0 0,0 3 0,-2-4 0,-8-3 0,-2-4 0,-6-2 0,-3-1 0,-3-3 0,0 1 0,2-3 0,-3 0 0,3-1 0,0-1 0,0-1 0,3 1 0,1 1 0,0 0 0,-1-1 0,2 0 0,3 3 0,3 2 0,4 6 0,-1-2 0,-4-1 0,-2-2 0,-4 0 0,0-2 0,-2-3 0,2 0 0,-2-1 0,0 1 0,2-2 0,-2 3 0,2 0 0,2 1 0,1 0 0,1 1 0,1-1 0,1 1 0,0-1 0,1 0 0,-1 0 0,-2 0 0,0 2 0,0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24T04:13:25.40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2015.19202"/>
      <inkml:brushProperty name="anchorY" value="1447.06775"/>
      <inkml:brushProperty name="scaleFactor" value="0.5"/>
    </inkml:brush>
  </inkml:definitions>
  <inkml:trace contextRef="#ctx0" brushRef="#br0">286 727 24575,'0'0'0,"0"-3"0,0-5 0,0-1 0,0-3 0,-2-2 0,-1-2 0,-1-2 0,0-4 0,0-1 0,1-4 0,2 3 0,-3 0 0,1 4 0,-1 0 0,0 2 0,0 2 0,0 3 0,0 0 0,0 2 0,2 0 0,-2 0 0,1 0 0,-1 3 0,-1-3 0,0 0 0,0 0 0,-1 2 0,1 0 0,1-1 0,-1 1 0,-1-1 0,-2 0 0,1-1 0,0 2 0,1 1 0,1-1 0,0 2 0,0-1 0,0-2 0,-2-1 0,2-1 0,-2-2 0,1 0 0,-1 0 0,2 0 0,1 1 0,-1 1 0,-1 1 0,1 0 0,-2 2 0,2-2 0,-2 0 0,0 0 0,-2-1 0,0 1 0,-1-1 0,-1 1 0,2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4:00:49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1390 24575,'1'20'0,"1"-1"0,0 0 0,2 0 0,0 0 0,1 0 0,1-1 0,13 29 0,72 119 0,-52-102 0,51 77 0,-90-140 0,0-1 0,1 1 0,-1-1 0,0 1 0,0-1 0,1 0 0,-1 1 0,0-1 0,1 1 0,-1-1 0,0 0 0,1 1 0,-1-1 0,0 0 0,1 1 0,-1-1 0,1 0 0,-1 0 0,1 0 0,-1 1 0,1-1 0,-1 0 0,1 0 0,-1 0 0,1 0 0,-1 0 0,1 0 0,-1 0 0,1 0 0,-1 0 0,1 0 0,12-13 0,7-37 0,-17 42 0,51-152 0,173-450 0,56 54 120,-209 434-615,6 4 0,128-148 0,-166 220-6331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4:00:51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6525 897 24575,'-5'-8'0,"-1"0"0,0 0 0,-1 1 0,0 0 0,0 0 0,0 0 0,-1 1 0,0 0 0,-1 0 0,-14-6 0,6 1 0,-100-56 0,-2 6 0,-3 5 0,-2 6 0,-195-53 0,176 67 5,-2 7 0,-251-19 0,-302 36-184,467 22 2,1 11-1,-280 62 0,231-18 35,-382 142-1,461-130 100,3 9-1,-230 138 0,318-157 23,3 5 0,3 5 0,4 3-1,3 5 1,-93 107 0,123-109 22,3 2 0,4 2 0,4 4 0,4 1 0,4 3 0,-35 104 0,-10 67 0,-56 283 0,41 3 0,92-429 0,6 0 0,9 190 0,6-247 92,3-1 1,2 0 0,3-1-1,3 0 1,3-1 0,3-1-1,2-1 1,3-2 0,2 0-1,3-2 1,2-1 0,50 58-1,-36-56-84,2-1-1,2-3 0,3-3 1,2-2-1,97 63 0,-64-57-5,2-4 0,1-5 0,136 47-1,-52-35-4,196 36-1,183 6 7,-452-83-3,608 91 0,6-57 0,-635-53 0,0-3 0,-1-4 0,0-3 0,0-4 0,-2-4 0,136-50 0,55-43 0,-5-12 0,-6-11 0,272-191 0,-449 269 0,-3-3 0,128-125 0,-171 145 0,-1-1 0,-3-2 0,-1-2 0,-2-1 0,-2-1 0,35-82 0,-34 49 0,-2-3 0,-5 0 0,-3-1 0,12-122 0,-8-354 0,-32 372 0,-56-328 0,-85-178 0,143 666 0,-66-262 0,-117-303 0,133 453 0,-5 2 0,-7 2 0,-5 4 0,-94-127 0,111 185 0,-3 3 0,-3 3 0,-3 2 0,-84-67 0,135 124-227,1 0-1,-1 1 1,0 1-1,-1 0 1,-27-10-1,13 9-6598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4:00:54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04:00:55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F014E-C7EB-C9CA-1006-79997C4BC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1911E-F51A-99D9-5814-A19CF7470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A62A3-9D42-8473-B931-08A441BFD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A34D-4EB0-4D71-894D-5918AB72F447}" type="datetimeFigureOut">
              <a:rPr lang="ko-KR" altLang="en-US" smtClean="0"/>
              <a:t>2022-11-24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2D20-BB22-578C-9BD2-71F91703A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C38DE-2B7D-CFAA-3063-37E263F3C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B1E1-81CF-4702-9605-CD787F7F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292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1D470-A47A-98B9-A669-FA6AAAE23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501AA-A552-1C55-01E2-CF98EE4B4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F8FE7-C02C-1D7E-5363-2D768B31A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A34D-4EB0-4D71-894D-5918AB72F447}" type="datetimeFigureOut">
              <a:rPr lang="ko-KR" altLang="en-US" smtClean="0"/>
              <a:t>2022-11-24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55CC0-7AE5-61A4-193F-5F855E454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AD401-D5E2-42B1-95D1-BEC2C13F6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B1E1-81CF-4702-9605-CD787F7F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091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BAB5-48B9-D53C-3E5F-D9036BB55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426DF-751C-2437-9AFD-B273AA032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D9E07-DDE7-530C-3D1E-266D4BE1B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A34D-4EB0-4D71-894D-5918AB72F447}" type="datetimeFigureOut">
              <a:rPr lang="ko-KR" altLang="en-US" smtClean="0"/>
              <a:t>2022-11-24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4F3B2-223A-A047-BBA1-9E0792FC7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8F006-2D98-28F2-5721-DAB910FC2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B1E1-81CF-4702-9605-CD787F7F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571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3798E-5A77-E140-78A8-46C7A9D37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D0FBA-6391-D755-0BD4-B52C652B8B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C5E37-B04C-0DFC-916B-E8F9F1ACC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6BD73-BCF6-26AB-A420-BA3AFB8D4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A34D-4EB0-4D71-894D-5918AB72F447}" type="datetimeFigureOut">
              <a:rPr lang="ko-KR" altLang="en-US" smtClean="0"/>
              <a:t>2022-11-24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143EA-9AC7-D88E-CA4F-E4559122F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9D8D6F-4B26-6428-A86E-1307CE5B6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B1E1-81CF-4702-9605-CD787F7F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598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8B452-D786-4526-EB51-EFD9D899C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60AB3-6855-BD9E-AC92-B577316D7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01950-6841-9DCD-3C2D-6EE61D263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107AD7-8580-75F0-6243-8B43243AA0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A3D345-591A-30F5-8780-E32D2463E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758480-0F2D-09CB-69B9-D842850D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A34D-4EB0-4D71-894D-5918AB72F447}" type="datetimeFigureOut">
              <a:rPr lang="ko-KR" altLang="en-US" smtClean="0"/>
              <a:t>2022-11-24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26572-D416-9513-3D0B-D736469A1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7FF556-D90B-3C43-FA9D-3AE8172B6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B1E1-81CF-4702-9605-CD787F7F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645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AD9A6-07B5-CF14-6D0D-DBFA0618C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8558D8-8287-2B50-0E85-92F2493A7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A34D-4EB0-4D71-894D-5918AB72F447}" type="datetimeFigureOut">
              <a:rPr lang="ko-KR" altLang="en-US" smtClean="0"/>
              <a:t>2022-11-24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35B404-4E88-B07C-4F35-FF24E7561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725F6-40F5-2594-3138-2150C9F0A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B1E1-81CF-4702-9605-CD787F7F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174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723134-A8A8-DECA-BC2F-40E236BFC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A34D-4EB0-4D71-894D-5918AB72F447}" type="datetimeFigureOut">
              <a:rPr lang="ko-KR" altLang="en-US" smtClean="0"/>
              <a:t>2022-11-24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6AA726-11A5-5BE9-860D-B66AEEDCC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A8157-40BB-38F1-B4E1-6CD48FCBA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B1E1-81CF-4702-9605-CD787F7F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961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F1952-E7D1-2C51-6CFB-6BAF8D4F3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CE9C0-9A24-C3A4-AAF8-0B55C509E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26483-B064-379A-B375-4DEA05C56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E4863-F183-C95C-3865-EC01739A7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A34D-4EB0-4D71-894D-5918AB72F447}" type="datetimeFigureOut">
              <a:rPr lang="ko-KR" altLang="en-US" smtClean="0"/>
              <a:t>2022-11-24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DABC1-9F6B-EFE0-90E4-AEDDECE65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DB006-1731-7AE6-A493-2544F23B4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B1E1-81CF-4702-9605-CD787F7F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401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B9E3-A251-5468-9E9D-63EF26530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1B0A54-1C1E-A5FE-CDAD-997883536F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3A4CAE-1B31-FC1D-E592-43BD9DCDF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53A18-A2F8-2485-1E99-15364FFDA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A34D-4EB0-4D71-894D-5918AB72F447}" type="datetimeFigureOut">
              <a:rPr lang="ko-KR" altLang="en-US" smtClean="0"/>
              <a:t>2022-11-24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3E793-355F-9A32-58F3-2323B91A2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02A54-5B1D-E856-4876-2C93D178A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B1E1-81CF-4702-9605-CD787F7F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807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A4415-3D4E-CA2E-4B3A-746A49162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ED7DF0-AAC2-35D4-4DBA-5F69C6606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B8CD0-423A-4F09-4EC0-8FF31C958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A34D-4EB0-4D71-894D-5918AB72F447}" type="datetimeFigureOut">
              <a:rPr lang="ko-KR" altLang="en-US" smtClean="0"/>
              <a:t>2022-11-24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9944E-B304-A378-F800-5B93D2111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F36BD-16AA-E525-EA88-98DBEF27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B1E1-81CF-4702-9605-CD787F7F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282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E434D-3D51-A9BD-DD8E-BD872048E5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A7EEDC-7FBC-867E-A575-195109BFC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B366A-C2D8-A592-00C5-66A1EDE1D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A34D-4EB0-4D71-894D-5918AB72F447}" type="datetimeFigureOut">
              <a:rPr lang="ko-KR" altLang="en-US" smtClean="0"/>
              <a:t>2022-11-24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646AC-31C3-3FC8-1DF3-3F3E1FC99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2252A-A66D-4E1F-AB34-DBA6AF522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8B1E1-81CF-4702-9605-CD787F7F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32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430489-DAED-6EDE-FCEF-62640574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58C3F-DBEB-019B-9395-B2B83548C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AA3AA-FD62-22E7-655B-7CF13E0DF0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1A34D-4EB0-4D71-894D-5918AB72F447}" type="datetimeFigureOut">
              <a:rPr lang="ko-KR" altLang="en-US" smtClean="0"/>
              <a:t>2022-11-24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51BA5-4F0C-0D8C-EA7B-3B8ADA0224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A0A43-484A-218F-8CCF-69540ACE52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8B1E1-81CF-4702-9605-CD787F7F1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85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7.png"/><Relationship Id="rId12" Type="http://schemas.openxmlformats.org/officeDocument/2006/relationships/customXml" Target="../ink/ink5.xm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79.png"/><Relationship Id="rId5" Type="http://schemas.openxmlformats.org/officeDocument/2006/relationships/image" Target="../media/image76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7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0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0.png"/><Relationship Id="rId5" Type="http://schemas.openxmlformats.org/officeDocument/2006/relationships/customXml" Target="../ink/ink7.xml"/><Relationship Id="rId4" Type="http://schemas.openxmlformats.org/officeDocument/2006/relationships/image" Target="../media/image780.png"/><Relationship Id="rId9" Type="http://schemas.openxmlformats.org/officeDocument/2006/relationships/customXml" Target="../ink/ink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9AE06242-EDF3-5F0E-813D-CF7993EE2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7" name="Picture 6" descr="A screenshot of a video game&#10;&#10;Description automatically generated">
            <a:extLst>
              <a:ext uri="{FF2B5EF4-FFF2-40B4-BE49-F238E27FC236}">
                <a16:creationId xmlns:a16="http://schemas.microsoft.com/office/drawing/2014/main" id="{CE9839C7-1E4F-B182-220B-2338A8097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120412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20A8A1-27A7-C21F-F853-192DEA8D71E3}"/>
              </a:ext>
            </a:extLst>
          </p:cNvPr>
          <p:cNvSpPr txBox="1"/>
          <p:nvPr/>
        </p:nvSpPr>
        <p:spPr>
          <a:xfrm>
            <a:off x="3616624" y="0"/>
            <a:ext cx="30027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SB pg. 2-3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87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E06242-EDF3-5F0E-813D-CF7993EE2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737" y="0"/>
            <a:ext cx="524252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9839C7-1E4F-B182-220B-2338A8097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69262" y="0"/>
            <a:ext cx="524252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20A8A1-27A7-C21F-F853-192DEA8D71E3}"/>
              </a:ext>
            </a:extLst>
          </p:cNvPr>
          <p:cNvSpPr txBox="1"/>
          <p:nvPr/>
        </p:nvSpPr>
        <p:spPr>
          <a:xfrm>
            <a:off x="3047999" y="735106"/>
            <a:ext cx="32528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2-3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493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627"/>
          <a:stretch/>
        </p:blipFill>
        <p:spPr>
          <a:xfrm>
            <a:off x="999564" y="0"/>
            <a:ext cx="10192871" cy="6849905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426D652A-E41D-C56C-23C8-A164B80FB1FD}"/>
              </a:ext>
            </a:extLst>
          </p:cNvPr>
          <p:cNvSpPr/>
          <p:nvPr/>
        </p:nvSpPr>
        <p:spPr>
          <a:xfrm>
            <a:off x="9708776" y="3863788"/>
            <a:ext cx="762000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96DCBE8-E227-BA39-47F6-E90563641EB9}"/>
              </a:ext>
            </a:extLst>
          </p:cNvPr>
          <p:cNvSpPr/>
          <p:nvPr/>
        </p:nvSpPr>
        <p:spPr>
          <a:xfrm>
            <a:off x="9708776" y="4805082"/>
            <a:ext cx="762000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2E34E5-6DF8-9C7C-0C0D-A1472568CBBE}"/>
              </a:ext>
            </a:extLst>
          </p:cNvPr>
          <p:cNvSpPr txBox="1"/>
          <p:nvPr/>
        </p:nvSpPr>
        <p:spPr>
          <a:xfrm>
            <a:off x="9269506" y="546847"/>
            <a:ext cx="2691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2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32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418"/>
          <a:stretch/>
        </p:blipFill>
        <p:spPr>
          <a:xfrm>
            <a:off x="591670" y="5779"/>
            <a:ext cx="11008659" cy="68522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E4ED6E-EAAB-2645-D05A-B6BEFE9BCD1E}"/>
              </a:ext>
            </a:extLst>
          </p:cNvPr>
          <p:cNvSpPr txBox="1"/>
          <p:nvPr/>
        </p:nvSpPr>
        <p:spPr>
          <a:xfrm>
            <a:off x="9269506" y="546847"/>
            <a:ext cx="2691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2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Different Types of Houses: List of House Types with Pictures • 7ESL">
            <a:extLst>
              <a:ext uri="{FF2B5EF4-FFF2-40B4-BE49-F238E27FC236}">
                <a16:creationId xmlns:a16="http://schemas.microsoft.com/office/drawing/2014/main" id="{C08D2A74-5E90-80CD-0DCD-5A79C5EAD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1916" y="1767630"/>
            <a:ext cx="7928168" cy="414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345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64" b="38164"/>
          <a:stretch/>
        </p:blipFill>
        <p:spPr>
          <a:xfrm>
            <a:off x="999564" y="0"/>
            <a:ext cx="10192871" cy="6849905"/>
          </a:xfrm>
          <a:prstGeom prst="rect">
            <a:avLst/>
          </a:prstGeom>
        </p:spPr>
      </p:pic>
      <p:pic>
        <p:nvPicPr>
          <p:cNvPr id="3" name="Picture 2" descr="Text&#10;&#10;Description automatically generated with medium confidence">
            <a:extLst>
              <a:ext uri="{FF2B5EF4-FFF2-40B4-BE49-F238E27FC236}">
                <a16:creationId xmlns:a16="http://schemas.microsoft.com/office/drawing/2014/main" id="{E6EE1701-A4E0-6A98-8AE3-C5466E9BAA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856" y="2638779"/>
            <a:ext cx="2253086" cy="777614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3171E2F0-A071-3ABE-8CD4-0E14F1BD85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536" y="627894"/>
            <a:ext cx="1990480" cy="2026802"/>
          </a:xfrm>
          <a:prstGeom prst="rect">
            <a:avLst/>
          </a:prstGeom>
        </p:spPr>
      </p:pic>
      <p:pic>
        <p:nvPicPr>
          <p:cNvPr id="8" name="Picture 7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8F92A3DE-1503-B18B-FA8B-496C9FFF27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763" y="2627082"/>
            <a:ext cx="2120332" cy="753451"/>
          </a:xfrm>
          <a:prstGeom prst="rect">
            <a:avLst/>
          </a:prstGeom>
        </p:spPr>
      </p:pic>
      <p:pic>
        <p:nvPicPr>
          <p:cNvPr id="10" name="Picture 9" descr="Graphical user interface, text&#10;&#10;Description automatically generated with medium confidence">
            <a:extLst>
              <a:ext uri="{FF2B5EF4-FFF2-40B4-BE49-F238E27FC236}">
                <a16:creationId xmlns:a16="http://schemas.microsoft.com/office/drawing/2014/main" id="{84F683BF-14C2-82EF-6639-BC4EFA24C3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314" y="5807374"/>
            <a:ext cx="2253085" cy="795620"/>
          </a:xfrm>
          <a:prstGeom prst="rect">
            <a:avLst/>
          </a:prstGeom>
        </p:spPr>
      </p:pic>
      <p:pic>
        <p:nvPicPr>
          <p:cNvPr id="12" name="Picture 11" descr="A person wearing a garment&#10;&#10;Description automatically generated with medium confidence">
            <a:extLst>
              <a:ext uri="{FF2B5EF4-FFF2-40B4-BE49-F238E27FC236}">
                <a16:creationId xmlns:a16="http://schemas.microsoft.com/office/drawing/2014/main" id="{212EC9B3-EDE2-C63F-295C-05365A5A8C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462" y="3886469"/>
            <a:ext cx="1893755" cy="1920905"/>
          </a:xfrm>
          <a:prstGeom prst="rect">
            <a:avLst/>
          </a:prstGeom>
        </p:spPr>
      </p:pic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F76BDA2E-BABA-CACC-A01F-8BFC5B6A52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458" y="3783957"/>
            <a:ext cx="2002042" cy="2023417"/>
          </a:xfrm>
          <a:prstGeom prst="rect">
            <a:avLst/>
          </a:prstGeom>
        </p:spPr>
      </p:pic>
      <p:pic>
        <p:nvPicPr>
          <p:cNvPr id="16" name="Picture 15" descr="Text&#10;&#10;Description automatically generated with medium confidence">
            <a:extLst>
              <a:ext uri="{FF2B5EF4-FFF2-40B4-BE49-F238E27FC236}">
                <a16:creationId xmlns:a16="http://schemas.microsoft.com/office/drawing/2014/main" id="{56586177-5413-C288-079E-0C975305E6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4564" y="5790122"/>
            <a:ext cx="2120332" cy="72659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86F95C0-6F06-7279-CAFE-E2EAC3BB3577}"/>
              </a:ext>
            </a:extLst>
          </p:cNvPr>
          <p:cNvSpPr txBox="1"/>
          <p:nvPr/>
        </p:nvSpPr>
        <p:spPr>
          <a:xfrm>
            <a:off x="9349014" y="217493"/>
            <a:ext cx="2691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3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81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004" b="-9586"/>
          <a:stretch/>
        </p:blipFill>
        <p:spPr>
          <a:xfrm>
            <a:off x="591670" y="5779"/>
            <a:ext cx="11008659" cy="685222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33FEC3ED-DCC6-7FCD-A05F-F461C8F5FCFB}"/>
              </a:ext>
            </a:extLst>
          </p:cNvPr>
          <p:cNvSpPr/>
          <p:nvPr/>
        </p:nvSpPr>
        <p:spPr>
          <a:xfrm>
            <a:off x="5571563" y="4096870"/>
            <a:ext cx="1420908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F02CB5-48D2-1439-F9F8-69D3487FFF32}"/>
              </a:ext>
            </a:extLst>
          </p:cNvPr>
          <p:cNvSpPr txBox="1"/>
          <p:nvPr/>
        </p:nvSpPr>
        <p:spPr>
          <a:xfrm>
            <a:off x="9349014" y="217493"/>
            <a:ext cx="2691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3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50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69" y="0"/>
            <a:ext cx="1069066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FD6C60-5102-8A9F-60CC-AF56996C5011}"/>
              </a:ext>
            </a:extLst>
          </p:cNvPr>
          <p:cNvSpPr txBox="1"/>
          <p:nvPr/>
        </p:nvSpPr>
        <p:spPr>
          <a:xfrm>
            <a:off x="4594627" y="423681"/>
            <a:ext cx="30027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SB pg. 4-5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263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2AF Pie Book 3 The Three Little Pigs Song 1">
            <a:hlinkClick r:id="" action="ppaction://media"/>
            <a:extLst>
              <a:ext uri="{FF2B5EF4-FFF2-40B4-BE49-F238E27FC236}">
                <a16:creationId xmlns:a16="http://schemas.microsoft.com/office/drawing/2014/main" id="{3A10117C-41B4-2E7A-289B-5396B1200AF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45202"/>
          </a:xfrm>
        </p:spPr>
      </p:pic>
    </p:spTree>
    <p:extLst>
      <p:ext uri="{BB962C8B-B14F-4D97-AF65-F5344CB8AC3E}">
        <p14:creationId xmlns:p14="http://schemas.microsoft.com/office/powerpoint/2010/main" val="331533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39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669" y="0"/>
            <a:ext cx="10690661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A99D44-4A3E-495F-1231-D6F489AC5545}"/>
              </a:ext>
            </a:extLst>
          </p:cNvPr>
          <p:cNvSpPr txBox="1"/>
          <p:nvPr/>
        </p:nvSpPr>
        <p:spPr>
          <a:xfrm>
            <a:off x="1277686" y="1078105"/>
            <a:ext cx="30027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SB pg. 6-7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812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7" b="42741"/>
          <a:stretch/>
        </p:blipFill>
        <p:spPr>
          <a:xfrm>
            <a:off x="999564" y="322729"/>
            <a:ext cx="10192871" cy="6212541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CAA418AE-0EF2-7245-0D68-0756AE2834E7}"/>
              </a:ext>
            </a:extLst>
          </p:cNvPr>
          <p:cNvSpPr/>
          <p:nvPr/>
        </p:nvSpPr>
        <p:spPr>
          <a:xfrm>
            <a:off x="2272551" y="3236259"/>
            <a:ext cx="1420908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0265A2-269D-D122-E7DD-28954DBE2B41}"/>
              </a:ext>
            </a:extLst>
          </p:cNvPr>
          <p:cNvSpPr/>
          <p:nvPr/>
        </p:nvSpPr>
        <p:spPr>
          <a:xfrm>
            <a:off x="6916268" y="3236259"/>
            <a:ext cx="1420908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590940-6864-D660-552A-7434A39F5CF6}"/>
              </a:ext>
            </a:extLst>
          </p:cNvPr>
          <p:cNvSpPr/>
          <p:nvPr/>
        </p:nvSpPr>
        <p:spPr>
          <a:xfrm>
            <a:off x="3760693" y="5656730"/>
            <a:ext cx="1420908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1F473D9-1AE8-52FC-7AD2-0DC54F058787}"/>
              </a:ext>
            </a:extLst>
          </p:cNvPr>
          <p:cNvSpPr/>
          <p:nvPr/>
        </p:nvSpPr>
        <p:spPr>
          <a:xfrm>
            <a:off x="8305800" y="5656730"/>
            <a:ext cx="1420908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955488-E7D6-0136-2922-03254DCDF1F1}"/>
              </a:ext>
            </a:extLst>
          </p:cNvPr>
          <p:cNvSpPr txBox="1"/>
          <p:nvPr/>
        </p:nvSpPr>
        <p:spPr>
          <a:xfrm>
            <a:off x="9278471" y="179294"/>
            <a:ext cx="2691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4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59" b="542"/>
          <a:stretch/>
        </p:blipFill>
        <p:spPr>
          <a:xfrm>
            <a:off x="591670" y="552626"/>
            <a:ext cx="11008659" cy="60481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EB9466-7392-553C-8DE7-C15EBF392C4D}"/>
              </a:ext>
            </a:extLst>
          </p:cNvPr>
          <p:cNvSpPr txBox="1"/>
          <p:nvPr/>
        </p:nvSpPr>
        <p:spPr>
          <a:xfrm>
            <a:off x="6893859" y="1810871"/>
            <a:ext cx="1489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small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485B0-2433-EAC1-68EB-0F1EF997A083}"/>
              </a:ext>
            </a:extLst>
          </p:cNvPr>
          <p:cNvSpPr txBox="1"/>
          <p:nvPr/>
        </p:nvSpPr>
        <p:spPr>
          <a:xfrm>
            <a:off x="5450541" y="3854824"/>
            <a:ext cx="1991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building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9278471" y="179294"/>
            <a:ext cx="2691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4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67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33" b="47075"/>
          <a:stretch/>
        </p:blipFill>
        <p:spPr>
          <a:xfrm>
            <a:off x="999564" y="322729"/>
            <a:ext cx="10192871" cy="62125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955488-E7D6-0136-2922-03254DCDF1F1}"/>
              </a:ext>
            </a:extLst>
          </p:cNvPr>
          <p:cNvSpPr txBox="1"/>
          <p:nvPr/>
        </p:nvSpPr>
        <p:spPr>
          <a:xfrm>
            <a:off x="9278471" y="179294"/>
            <a:ext cx="2691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5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FF0AA3D-D429-CE3A-B7F8-EE54BCC999E5}"/>
              </a:ext>
            </a:extLst>
          </p:cNvPr>
          <p:cNvCxnSpPr/>
          <p:nvPr/>
        </p:nvCxnSpPr>
        <p:spPr>
          <a:xfrm>
            <a:off x="4303059" y="2339788"/>
            <a:ext cx="2178423" cy="337073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C22BD2-DA93-5A1F-7AF2-E6CEB6632E3B}"/>
              </a:ext>
            </a:extLst>
          </p:cNvPr>
          <p:cNvCxnSpPr>
            <a:cxnSpLocks/>
          </p:cNvCxnSpPr>
          <p:nvPr/>
        </p:nvCxnSpPr>
        <p:spPr>
          <a:xfrm flipV="1">
            <a:off x="4303059" y="2339788"/>
            <a:ext cx="2178423" cy="16853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FBE873-BE71-663A-0AA6-A8236DA88BD7}"/>
              </a:ext>
            </a:extLst>
          </p:cNvPr>
          <p:cNvCxnSpPr>
            <a:cxnSpLocks/>
          </p:cNvCxnSpPr>
          <p:nvPr/>
        </p:nvCxnSpPr>
        <p:spPr>
          <a:xfrm flipV="1">
            <a:off x="4303059" y="4025153"/>
            <a:ext cx="2178423" cy="16853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805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60"/>
          <a:stretch/>
        </p:blipFill>
        <p:spPr>
          <a:xfrm>
            <a:off x="591670" y="552627"/>
            <a:ext cx="11008659" cy="6126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9278471" y="179294"/>
            <a:ext cx="2691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5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F70921-715E-950C-3354-E13825F80562}"/>
              </a:ext>
            </a:extLst>
          </p:cNvPr>
          <p:cNvSpPr/>
          <p:nvPr/>
        </p:nvSpPr>
        <p:spPr>
          <a:xfrm>
            <a:off x="8943975" y="1683684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CB5924-E59F-B3FE-B47F-44BC67F90963}"/>
              </a:ext>
            </a:extLst>
          </p:cNvPr>
          <p:cNvSpPr/>
          <p:nvPr/>
        </p:nvSpPr>
        <p:spPr>
          <a:xfrm>
            <a:off x="9741834" y="2893763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620E3F1-1B2D-D500-6F54-2D82EBB478AB}"/>
              </a:ext>
            </a:extLst>
          </p:cNvPr>
          <p:cNvSpPr/>
          <p:nvPr/>
        </p:nvSpPr>
        <p:spPr>
          <a:xfrm>
            <a:off x="8943975" y="4103842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809FBB-EE3C-CF16-6D25-38E3F0D7D859}"/>
              </a:ext>
            </a:extLst>
          </p:cNvPr>
          <p:cNvSpPr/>
          <p:nvPr/>
        </p:nvSpPr>
        <p:spPr>
          <a:xfrm>
            <a:off x="8943975" y="5313921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0348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26" b="45132"/>
          <a:stretch/>
        </p:blipFill>
        <p:spPr>
          <a:xfrm>
            <a:off x="999564" y="179294"/>
            <a:ext cx="10192871" cy="64994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955488-E7D6-0136-2922-03254DCDF1F1}"/>
              </a:ext>
            </a:extLst>
          </p:cNvPr>
          <p:cNvSpPr txBox="1"/>
          <p:nvPr/>
        </p:nvSpPr>
        <p:spPr>
          <a:xfrm>
            <a:off x="9278471" y="179294"/>
            <a:ext cx="2691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6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C20414C-4721-68B4-A826-52FE9D8240CB}"/>
              </a:ext>
            </a:extLst>
          </p:cNvPr>
          <p:cNvSpPr/>
          <p:nvPr/>
        </p:nvSpPr>
        <p:spPr>
          <a:xfrm>
            <a:off x="6343650" y="3074334"/>
            <a:ext cx="1866900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84C6684-1F5A-E6C4-6E31-49B6C557262E}"/>
              </a:ext>
            </a:extLst>
          </p:cNvPr>
          <p:cNvSpPr/>
          <p:nvPr/>
        </p:nvSpPr>
        <p:spPr>
          <a:xfrm>
            <a:off x="4724400" y="6036609"/>
            <a:ext cx="1866900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854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94" b="-1034"/>
          <a:stretch/>
        </p:blipFill>
        <p:spPr>
          <a:xfrm>
            <a:off x="591670" y="552627"/>
            <a:ext cx="11008659" cy="6126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9278471" y="179294"/>
            <a:ext cx="2691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6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358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74" b="686"/>
          <a:stretch/>
        </p:blipFill>
        <p:spPr>
          <a:xfrm>
            <a:off x="591670" y="552627"/>
            <a:ext cx="11008659" cy="6126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9278471" y="179294"/>
            <a:ext cx="2691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7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124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669" y="0"/>
            <a:ext cx="1069066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0C929F-4DD8-D0F7-FC80-F8FFCD6906C6}"/>
              </a:ext>
            </a:extLst>
          </p:cNvPr>
          <p:cNvSpPr txBox="1"/>
          <p:nvPr/>
        </p:nvSpPr>
        <p:spPr>
          <a:xfrm>
            <a:off x="4074674" y="800199"/>
            <a:ext cx="30027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SB pg. 8-9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257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669" y="0"/>
            <a:ext cx="1069066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66D266-7967-1FD9-A798-8CCD86EB5724}"/>
              </a:ext>
            </a:extLst>
          </p:cNvPr>
          <p:cNvSpPr txBox="1"/>
          <p:nvPr/>
        </p:nvSpPr>
        <p:spPr>
          <a:xfrm>
            <a:off x="3913309" y="952600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SB pg. 10-11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185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4" b="4694"/>
          <a:stretch/>
        </p:blipFill>
        <p:spPr>
          <a:xfrm>
            <a:off x="999564" y="322729"/>
            <a:ext cx="10192871" cy="62125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955488-E7D6-0136-2922-03254DCDF1F1}"/>
              </a:ext>
            </a:extLst>
          </p:cNvPr>
          <p:cNvSpPr txBox="1"/>
          <p:nvPr/>
        </p:nvSpPr>
        <p:spPr>
          <a:xfrm>
            <a:off x="9278471" y="179294"/>
            <a:ext cx="2691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8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5888B-22D3-5629-2CB0-8744B91A7D36}"/>
              </a:ext>
            </a:extLst>
          </p:cNvPr>
          <p:cNvSpPr txBox="1"/>
          <p:nvPr/>
        </p:nvSpPr>
        <p:spPr>
          <a:xfrm>
            <a:off x="2776071" y="2761159"/>
            <a:ext cx="20991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brown</a:t>
            </a:r>
            <a:r>
              <a:rPr lang="ko-KR" altLang="en-US" sz="44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C0DF8-9D63-F4D3-88BB-C02715849E14}"/>
              </a:ext>
            </a:extLst>
          </p:cNvPr>
          <p:cNvSpPr txBox="1"/>
          <p:nvPr/>
        </p:nvSpPr>
        <p:spPr>
          <a:xfrm>
            <a:off x="7509435" y="2659558"/>
            <a:ext cx="19708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watch</a:t>
            </a:r>
            <a:r>
              <a:rPr lang="ko-KR" altLang="en-US" sz="44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1C50B2-0ACC-3453-4C8E-E6143E670775}"/>
              </a:ext>
            </a:extLst>
          </p:cNvPr>
          <p:cNvSpPr txBox="1"/>
          <p:nvPr/>
        </p:nvSpPr>
        <p:spPr>
          <a:xfrm>
            <a:off x="2776071" y="5044170"/>
            <a:ext cx="17062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brick</a:t>
            </a:r>
            <a:r>
              <a:rPr lang="ko-KR" altLang="en-US" sz="44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FAD06C-3C7A-1017-4DFE-5A3E434E666B}"/>
              </a:ext>
            </a:extLst>
          </p:cNvPr>
          <p:cNvSpPr txBox="1"/>
          <p:nvPr/>
        </p:nvSpPr>
        <p:spPr>
          <a:xfrm>
            <a:off x="7709695" y="5044170"/>
            <a:ext cx="12671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red</a:t>
            </a:r>
            <a:r>
              <a:rPr lang="ko-KR" altLang="en-US" sz="4400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6547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0" b="1890"/>
          <a:stretch/>
        </p:blipFill>
        <p:spPr>
          <a:xfrm>
            <a:off x="591670" y="552626"/>
            <a:ext cx="11008659" cy="60481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9278471" y="179294"/>
            <a:ext cx="2691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8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1B3BCEF-E24E-3CAD-9A72-34A7A4158DE4}"/>
              </a:ext>
            </a:extLst>
          </p:cNvPr>
          <p:cNvSpPr/>
          <p:nvPr/>
        </p:nvSpPr>
        <p:spPr>
          <a:xfrm>
            <a:off x="6442822" y="2750484"/>
            <a:ext cx="1580590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FE83B3B-06A6-7F1A-5503-3DD8B2E9CADE}"/>
              </a:ext>
            </a:extLst>
          </p:cNvPr>
          <p:cNvSpPr/>
          <p:nvPr/>
        </p:nvSpPr>
        <p:spPr>
          <a:xfrm>
            <a:off x="7097245" y="4794437"/>
            <a:ext cx="1580590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43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6" b="6646"/>
          <a:stretch/>
        </p:blipFill>
        <p:spPr>
          <a:xfrm>
            <a:off x="999564" y="322729"/>
            <a:ext cx="10192871" cy="62125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955488-E7D6-0136-2922-03254DCDF1F1}"/>
              </a:ext>
            </a:extLst>
          </p:cNvPr>
          <p:cNvSpPr txBox="1"/>
          <p:nvPr/>
        </p:nvSpPr>
        <p:spPr>
          <a:xfrm>
            <a:off x="9278471" y="179294"/>
            <a:ext cx="2691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9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FF0AA3D-D429-CE3A-B7F8-EE54BCC999E5}"/>
              </a:ext>
            </a:extLst>
          </p:cNvPr>
          <p:cNvCxnSpPr>
            <a:cxnSpLocks/>
          </p:cNvCxnSpPr>
          <p:nvPr/>
        </p:nvCxnSpPr>
        <p:spPr>
          <a:xfrm flipV="1">
            <a:off x="3917576" y="2102224"/>
            <a:ext cx="3092824" cy="38099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C22BD2-DA93-5A1F-7AF2-E6CEB6632E3B}"/>
              </a:ext>
            </a:extLst>
          </p:cNvPr>
          <p:cNvCxnSpPr>
            <a:cxnSpLocks/>
          </p:cNvCxnSpPr>
          <p:nvPr/>
        </p:nvCxnSpPr>
        <p:spPr>
          <a:xfrm>
            <a:off x="3917576" y="2483223"/>
            <a:ext cx="3092824" cy="341555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FBE873-BE71-663A-0AA6-A8236DA88BD7}"/>
              </a:ext>
            </a:extLst>
          </p:cNvPr>
          <p:cNvCxnSpPr>
            <a:cxnSpLocks/>
          </p:cNvCxnSpPr>
          <p:nvPr/>
        </p:nvCxnSpPr>
        <p:spPr>
          <a:xfrm flipV="1">
            <a:off x="3917576" y="3953435"/>
            <a:ext cx="3092824" cy="11161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36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95" b="4953"/>
          <a:stretch/>
        </p:blipFill>
        <p:spPr>
          <a:xfrm>
            <a:off x="591670" y="573741"/>
            <a:ext cx="11008659" cy="58581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9278471" y="179294"/>
            <a:ext cx="2691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9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F70921-715E-950C-3354-E13825F80562}"/>
              </a:ext>
            </a:extLst>
          </p:cNvPr>
          <p:cNvSpPr/>
          <p:nvPr/>
        </p:nvSpPr>
        <p:spPr>
          <a:xfrm>
            <a:off x="10476939" y="948735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CB5924-E59F-B3FE-B47F-44BC67F90963}"/>
              </a:ext>
            </a:extLst>
          </p:cNvPr>
          <p:cNvSpPr/>
          <p:nvPr/>
        </p:nvSpPr>
        <p:spPr>
          <a:xfrm>
            <a:off x="9430871" y="2516593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620E3F1-1B2D-D500-6F54-2D82EBB478AB}"/>
              </a:ext>
            </a:extLst>
          </p:cNvPr>
          <p:cNvSpPr/>
          <p:nvPr/>
        </p:nvSpPr>
        <p:spPr>
          <a:xfrm>
            <a:off x="10497671" y="4112806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809FBB-EE3C-CF16-6D25-38E3F0D7D859}"/>
              </a:ext>
            </a:extLst>
          </p:cNvPr>
          <p:cNvSpPr/>
          <p:nvPr/>
        </p:nvSpPr>
        <p:spPr>
          <a:xfrm>
            <a:off x="9430871" y="5726298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749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106" t="-802" r="-17106" b="-802"/>
          <a:stretch/>
        </p:blipFill>
        <p:spPr>
          <a:xfrm>
            <a:off x="999564" y="179294"/>
            <a:ext cx="10192871" cy="64994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955488-E7D6-0136-2922-03254DCDF1F1}"/>
              </a:ext>
            </a:extLst>
          </p:cNvPr>
          <p:cNvSpPr txBox="1"/>
          <p:nvPr/>
        </p:nvSpPr>
        <p:spPr>
          <a:xfrm>
            <a:off x="9046242" y="179294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10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30BA8E-5C6C-E524-D3F2-951BEF8BD01E}"/>
              </a:ext>
            </a:extLst>
          </p:cNvPr>
          <p:cNvSpPr txBox="1"/>
          <p:nvPr/>
        </p:nvSpPr>
        <p:spPr>
          <a:xfrm>
            <a:off x="3875086" y="4043083"/>
            <a:ext cx="2561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kern="1800" spc="2000" dirty="0">
                <a:solidFill>
                  <a:srgbClr val="FF0000"/>
                </a:solidFill>
              </a:rPr>
              <a:t>round</a:t>
            </a:r>
            <a:endParaRPr lang="ko-KR" altLang="en-US" sz="2800" b="1" kern="1800" spc="2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04F7A8-1E7A-B3E9-6222-CB70993D9F10}"/>
              </a:ext>
            </a:extLst>
          </p:cNvPr>
          <p:cNvSpPr txBox="1"/>
          <p:nvPr/>
        </p:nvSpPr>
        <p:spPr>
          <a:xfrm>
            <a:off x="3875086" y="3594847"/>
            <a:ext cx="56244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900" b="1" kern="1800" spc="2000" dirty="0">
                <a:solidFill>
                  <a:srgbClr val="FF0000"/>
                </a:solidFill>
              </a:rPr>
              <a:t>b</a:t>
            </a:r>
          </a:p>
          <a:p>
            <a:endParaRPr lang="en-US" altLang="ko-KR" sz="2900" b="1" kern="1800" spc="2000" dirty="0">
              <a:solidFill>
                <a:srgbClr val="FF0000"/>
              </a:solidFill>
            </a:endParaRPr>
          </a:p>
          <a:p>
            <a:r>
              <a:rPr lang="en-US" altLang="ko-KR" sz="2900" b="1" kern="1800" spc="2000" dirty="0">
                <a:solidFill>
                  <a:srgbClr val="FF0000"/>
                </a:solidFill>
              </a:rPr>
              <a:t>i</a:t>
            </a:r>
          </a:p>
          <a:p>
            <a:r>
              <a:rPr lang="en-US" altLang="ko-KR" sz="2900" b="1" kern="1800" spc="2000" dirty="0">
                <a:solidFill>
                  <a:srgbClr val="FF0000"/>
                </a:solidFill>
              </a:rPr>
              <a:t>c</a:t>
            </a:r>
          </a:p>
          <a:p>
            <a:r>
              <a:rPr lang="en-US" altLang="ko-KR" sz="2900" b="1" kern="1800" spc="2000" dirty="0">
                <a:solidFill>
                  <a:srgbClr val="FF0000"/>
                </a:solidFill>
              </a:rPr>
              <a:t>k</a:t>
            </a:r>
          </a:p>
          <a:p>
            <a:r>
              <a:rPr lang="en-US" altLang="ko-KR" sz="2900" b="1" kern="1800" spc="2000" dirty="0">
                <a:solidFill>
                  <a:srgbClr val="FF0000"/>
                </a:solidFill>
              </a:rPr>
              <a:t>s</a:t>
            </a:r>
            <a:endParaRPr lang="ko-KR" altLang="en-US" sz="2900" b="1" kern="1800" spc="20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C028D3-064D-30A2-325C-E651373B2A42}"/>
              </a:ext>
            </a:extLst>
          </p:cNvPr>
          <p:cNvSpPr txBox="1"/>
          <p:nvPr/>
        </p:nvSpPr>
        <p:spPr>
          <a:xfrm>
            <a:off x="5668027" y="3102404"/>
            <a:ext cx="56244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900" b="1" kern="1800" spc="2000" dirty="0">
                <a:solidFill>
                  <a:srgbClr val="FF0000"/>
                </a:solidFill>
              </a:rPr>
              <a:t>r</a:t>
            </a:r>
          </a:p>
          <a:p>
            <a:r>
              <a:rPr lang="en-US" altLang="ko-KR" sz="2900" b="1" kern="1800" spc="2000" dirty="0">
                <a:solidFill>
                  <a:srgbClr val="FF0000"/>
                </a:solidFill>
              </a:rPr>
              <a:t>e</a:t>
            </a:r>
            <a:endParaRPr lang="ko-KR" altLang="en-US" sz="2900" b="1" kern="1800" spc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69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" r="839"/>
          <a:stretch/>
        </p:blipFill>
        <p:spPr>
          <a:xfrm>
            <a:off x="591670" y="552627"/>
            <a:ext cx="11008659" cy="6126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8897454" y="179293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10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033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658" t="34452" r="-7009" b="1864"/>
          <a:stretch/>
        </p:blipFill>
        <p:spPr>
          <a:xfrm>
            <a:off x="1183342" y="552626"/>
            <a:ext cx="9252430" cy="6126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8926384" y="167905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11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056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669" y="0"/>
            <a:ext cx="1069066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A2F243-51CF-3A40-FAFE-6A83FD4F4A58}"/>
              </a:ext>
            </a:extLst>
          </p:cNvPr>
          <p:cNvSpPr txBox="1"/>
          <p:nvPr/>
        </p:nvSpPr>
        <p:spPr>
          <a:xfrm>
            <a:off x="175027" y="1436692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SB pg. 12-13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877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669" y="0"/>
            <a:ext cx="1069066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DD3DDE-E84D-AA07-8859-B7BB83EDE0C6}"/>
              </a:ext>
            </a:extLst>
          </p:cNvPr>
          <p:cNvSpPr txBox="1"/>
          <p:nvPr/>
        </p:nvSpPr>
        <p:spPr>
          <a:xfrm>
            <a:off x="1959003" y="3552362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SB pg. 14-15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965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669" y="0"/>
            <a:ext cx="1069066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31FEC9-9A2E-4A26-CAA9-0D29AD3F3183}"/>
              </a:ext>
            </a:extLst>
          </p:cNvPr>
          <p:cNvSpPr txBox="1"/>
          <p:nvPr/>
        </p:nvSpPr>
        <p:spPr>
          <a:xfrm>
            <a:off x="1421121" y="109916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SB pg. 16-17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9791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" b="-288"/>
          <a:stretch/>
        </p:blipFill>
        <p:spPr>
          <a:xfrm>
            <a:off x="999564" y="322729"/>
            <a:ext cx="10192871" cy="6212541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CAA418AE-0EF2-7245-0D68-0756AE2834E7}"/>
              </a:ext>
            </a:extLst>
          </p:cNvPr>
          <p:cNvSpPr/>
          <p:nvPr/>
        </p:nvSpPr>
        <p:spPr>
          <a:xfrm>
            <a:off x="3953433" y="3330387"/>
            <a:ext cx="1420908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0265A2-269D-D122-E7DD-28954DBE2B41}"/>
              </a:ext>
            </a:extLst>
          </p:cNvPr>
          <p:cNvSpPr/>
          <p:nvPr/>
        </p:nvSpPr>
        <p:spPr>
          <a:xfrm>
            <a:off x="7572934" y="3330387"/>
            <a:ext cx="1420908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590940-6864-D660-552A-7434A39F5CF6}"/>
              </a:ext>
            </a:extLst>
          </p:cNvPr>
          <p:cNvSpPr/>
          <p:nvPr/>
        </p:nvSpPr>
        <p:spPr>
          <a:xfrm>
            <a:off x="2299446" y="5948080"/>
            <a:ext cx="1420908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1F473D9-1AE8-52FC-7AD2-0DC54F058787}"/>
              </a:ext>
            </a:extLst>
          </p:cNvPr>
          <p:cNvSpPr/>
          <p:nvPr/>
        </p:nvSpPr>
        <p:spPr>
          <a:xfrm>
            <a:off x="9343465" y="5948079"/>
            <a:ext cx="1420908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955488-E7D6-0136-2922-03254DCDF1F1}"/>
              </a:ext>
            </a:extLst>
          </p:cNvPr>
          <p:cNvSpPr txBox="1"/>
          <p:nvPr/>
        </p:nvSpPr>
        <p:spPr>
          <a:xfrm>
            <a:off x="9173225" y="179294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12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08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907" t="326" r="-6326" b="-1254"/>
          <a:stretch/>
        </p:blipFill>
        <p:spPr>
          <a:xfrm>
            <a:off x="591670" y="552626"/>
            <a:ext cx="11008659" cy="60481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EB9466-7392-553C-8DE7-C15EBF392C4D}"/>
              </a:ext>
            </a:extLst>
          </p:cNvPr>
          <p:cNvSpPr txBox="1"/>
          <p:nvPr/>
        </p:nvSpPr>
        <p:spPr>
          <a:xfrm>
            <a:off x="6697037" y="1954306"/>
            <a:ext cx="16439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scary</a:t>
            </a:r>
            <a:r>
              <a:rPr lang="ko-KR" altLang="en-US" sz="3600" b="1" dirty="0">
                <a:solidFill>
                  <a:srgbClr val="FF0000"/>
                </a:solidFill>
              </a:rPr>
              <a:t>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485B0-2433-EAC1-68EB-0F1EF997A083}"/>
              </a:ext>
            </a:extLst>
          </p:cNvPr>
          <p:cNvSpPr txBox="1"/>
          <p:nvPr/>
        </p:nvSpPr>
        <p:spPr>
          <a:xfrm>
            <a:off x="8265459" y="3845859"/>
            <a:ext cx="13479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sister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9108141" y="167905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12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33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" t="-270" r="162" b="223"/>
          <a:stretch/>
        </p:blipFill>
        <p:spPr>
          <a:xfrm>
            <a:off x="1465943" y="229104"/>
            <a:ext cx="9013371" cy="6531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955488-E7D6-0136-2922-03254DCDF1F1}"/>
              </a:ext>
            </a:extLst>
          </p:cNvPr>
          <p:cNvSpPr txBox="1"/>
          <p:nvPr/>
        </p:nvSpPr>
        <p:spPr>
          <a:xfrm>
            <a:off x="9173225" y="137514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13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FF0AA3D-D429-CE3A-B7F8-EE54BCC999E5}"/>
              </a:ext>
            </a:extLst>
          </p:cNvPr>
          <p:cNvCxnSpPr>
            <a:cxnSpLocks/>
          </p:cNvCxnSpPr>
          <p:nvPr/>
        </p:nvCxnSpPr>
        <p:spPr>
          <a:xfrm>
            <a:off x="4303059" y="2339788"/>
            <a:ext cx="2562198" cy="16853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C22BD2-DA93-5A1F-7AF2-E6CEB6632E3B}"/>
              </a:ext>
            </a:extLst>
          </p:cNvPr>
          <p:cNvCxnSpPr>
            <a:cxnSpLocks/>
          </p:cNvCxnSpPr>
          <p:nvPr/>
        </p:nvCxnSpPr>
        <p:spPr>
          <a:xfrm>
            <a:off x="4301779" y="4074963"/>
            <a:ext cx="2563478" cy="181783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FBE873-BE71-663A-0AA6-A8236DA88BD7}"/>
              </a:ext>
            </a:extLst>
          </p:cNvPr>
          <p:cNvCxnSpPr>
            <a:cxnSpLocks/>
          </p:cNvCxnSpPr>
          <p:nvPr/>
        </p:nvCxnSpPr>
        <p:spPr>
          <a:xfrm flipV="1">
            <a:off x="4157916" y="2339788"/>
            <a:ext cx="2707341" cy="355301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57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" t="326" r="295" b="570"/>
          <a:stretch/>
        </p:blipFill>
        <p:spPr>
          <a:xfrm>
            <a:off x="1476374" y="400756"/>
            <a:ext cx="9481912" cy="62334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9173225" y="128396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13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F70921-715E-950C-3354-E13825F80562}"/>
              </a:ext>
            </a:extLst>
          </p:cNvPr>
          <p:cNvSpPr/>
          <p:nvPr/>
        </p:nvSpPr>
        <p:spPr>
          <a:xfrm>
            <a:off x="9030820" y="1715700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CB5924-E59F-B3FE-B47F-44BC67F90963}"/>
              </a:ext>
            </a:extLst>
          </p:cNvPr>
          <p:cNvSpPr/>
          <p:nvPr/>
        </p:nvSpPr>
        <p:spPr>
          <a:xfrm>
            <a:off x="9984494" y="3086028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620E3F1-1B2D-D500-6F54-2D82EBB478AB}"/>
              </a:ext>
            </a:extLst>
          </p:cNvPr>
          <p:cNvSpPr/>
          <p:nvPr/>
        </p:nvSpPr>
        <p:spPr>
          <a:xfrm>
            <a:off x="10004612" y="4450520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809FBB-EE3C-CF16-6D25-38E3F0D7D859}"/>
              </a:ext>
            </a:extLst>
          </p:cNvPr>
          <p:cNvSpPr/>
          <p:nvPr/>
        </p:nvSpPr>
        <p:spPr>
          <a:xfrm>
            <a:off x="9010702" y="5865890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23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0" grpId="0" animBg="1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8" b="9648"/>
          <a:stretch/>
        </p:blipFill>
        <p:spPr>
          <a:xfrm>
            <a:off x="999564" y="179294"/>
            <a:ext cx="10192871" cy="64994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955488-E7D6-0136-2922-03254DCDF1F1}"/>
              </a:ext>
            </a:extLst>
          </p:cNvPr>
          <p:cNvSpPr txBox="1"/>
          <p:nvPr/>
        </p:nvSpPr>
        <p:spPr>
          <a:xfrm>
            <a:off x="9173225" y="179294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14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C20414C-4721-68B4-A826-52FE9D8240CB}"/>
              </a:ext>
            </a:extLst>
          </p:cNvPr>
          <p:cNvSpPr/>
          <p:nvPr/>
        </p:nvSpPr>
        <p:spPr>
          <a:xfrm>
            <a:off x="4340677" y="1971248"/>
            <a:ext cx="4832547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84C6684-1F5A-E6C4-6E31-49B6C557262E}"/>
              </a:ext>
            </a:extLst>
          </p:cNvPr>
          <p:cNvSpPr/>
          <p:nvPr/>
        </p:nvSpPr>
        <p:spPr>
          <a:xfrm>
            <a:off x="7306323" y="6203575"/>
            <a:ext cx="3492305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48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7" b="1487"/>
          <a:stretch/>
        </p:blipFill>
        <p:spPr>
          <a:xfrm>
            <a:off x="591670" y="552627"/>
            <a:ext cx="11008659" cy="6126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8959156" y="155386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14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504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" t="490" r="1202" b="725"/>
          <a:stretch/>
        </p:blipFill>
        <p:spPr>
          <a:xfrm>
            <a:off x="2984499" y="245967"/>
            <a:ext cx="5410201" cy="63660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9173225" y="81181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15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C7B9D10A-A935-BC5F-B488-292B2DB96C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265" y="133762"/>
            <a:ext cx="5666667" cy="6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10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669" y="0"/>
            <a:ext cx="1069066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D9985F-114F-6725-3FD7-12545E200CF8}"/>
              </a:ext>
            </a:extLst>
          </p:cNvPr>
          <p:cNvSpPr txBox="1"/>
          <p:nvPr/>
        </p:nvSpPr>
        <p:spPr>
          <a:xfrm>
            <a:off x="7544015" y="1499446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SB pg. 18-19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5435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669" y="0"/>
            <a:ext cx="1069066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A4D15D-3678-7DD5-E465-7BA7C404721F}"/>
              </a:ext>
            </a:extLst>
          </p:cNvPr>
          <p:cNvSpPr txBox="1"/>
          <p:nvPr/>
        </p:nvSpPr>
        <p:spPr>
          <a:xfrm>
            <a:off x="4267614" y="889845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SB pg. 20-21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8024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669" y="0"/>
            <a:ext cx="1069066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DE8053-D111-7846-BC4E-540BA0BA0F65}"/>
              </a:ext>
            </a:extLst>
          </p:cNvPr>
          <p:cNvSpPr txBox="1"/>
          <p:nvPr/>
        </p:nvSpPr>
        <p:spPr>
          <a:xfrm>
            <a:off x="2183121" y="2028363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SB pg. 22-23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8979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197" r="-10197"/>
          <a:stretch/>
        </p:blipFill>
        <p:spPr>
          <a:xfrm>
            <a:off x="999564" y="322729"/>
            <a:ext cx="10192871" cy="62125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955488-E7D6-0136-2922-03254DCDF1F1}"/>
              </a:ext>
            </a:extLst>
          </p:cNvPr>
          <p:cNvSpPr txBox="1"/>
          <p:nvPr/>
        </p:nvSpPr>
        <p:spPr>
          <a:xfrm>
            <a:off x="9045388" y="195042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16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5888B-22D3-5629-2CB0-8744B91A7D36}"/>
              </a:ext>
            </a:extLst>
          </p:cNvPr>
          <p:cNvSpPr txBox="1"/>
          <p:nvPr/>
        </p:nvSpPr>
        <p:spPr>
          <a:xfrm>
            <a:off x="2776071" y="2375677"/>
            <a:ext cx="2064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invite</a:t>
            </a:r>
            <a:r>
              <a:rPr lang="ko-KR" altLang="en-US" sz="4400" b="1" dirty="0">
                <a:solidFill>
                  <a:srgbClr val="FF0000"/>
                </a:solidFill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C0DF8-9D63-F4D3-88BB-C02715849E14}"/>
              </a:ext>
            </a:extLst>
          </p:cNvPr>
          <p:cNvSpPr txBox="1"/>
          <p:nvPr/>
        </p:nvSpPr>
        <p:spPr>
          <a:xfrm>
            <a:off x="7948527" y="2375677"/>
            <a:ext cx="2436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chimney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1C50B2-0ACC-3453-4C8E-E6143E670775}"/>
              </a:ext>
            </a:extLst>
          </p:cNvPr>
          <p:cNvSpPr txBox="1"/>
          <p:nvPr/>
        </p:nvSpPr>
        <p:spPr>
          <a:xfrm>
            <a:off x="3215163" y="4760289"/>
            <a:ext cx="17876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smell</a:t>
            </a:r>
            <a:r>
              <a:rPr lang="ko-KR" altLang="en-US" sz="44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FAD06C-3C7A-1017-4DFE-5A3E434E666B}"/>
              </a:ext>
            </a:extLst>
          </p:cNvPr>
          <p:cNvSpPr txBox="1"/>
          <p:nvPr/>
        </p:nvSpPr>
        <p:spPr>
          <a:xfrm>
            <a:off x="8148787" y="4760289"/>
            <a:ext cx="12923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hot</a:t>
            </a:r>
            <a:r>
              <a:rPr lang="ko-KR" altLang="en-US" sz="4400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418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/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19" r="-12319"/>
          <a:stretch/>
        </p:blipFill>
        <p:spPr>
          <a:xfrm>
            <a:off x="591670" y="552626"/>
            <a:ext cx="11008659" cy="60481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9173225" y="167905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16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1B3BCEF-E24E-3CAD-9A72-34A7A4158DE4}"/>
              </a:ext>
            </a:extLst>
          </p:cNvPr>
          <p:cNvSpPr/>
          <p:nvPr/>
        </p:nvSpPr>
        <p:spPr>
          <a:xfrm>
            <a:off x="6442822" y="2750484"/>
            <a:ext cx="1580590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FE83B3B-06A6-7F1A-5503-3DD8B2E9CADE}"/>
              </a:ext>
            </a:extLst>
          </p:cNvPr>
          <p:cNvSpPr/>
          <p:nvPr/>
        </p:nvSpPr>
        <p:spPr>
          <a:xfrm>
            <a:off x="7233117" y="4785472"/>
            <a:ext cx="1580590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88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5" r="-4175"/>
          <a:stretch/>
        </p:blipFill>
        <p:spPr>
          <a:xfrm>
            <a:off x="999564" y="322729"/>
            <a:ext cx="10192871" cy="62125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955488-E7D6-0136-2922-03254DCDF1F1}"/>
              </a:ext>
            </a:extLst>
          </p:cNvPr>
          <p:cNvSpPr txBox="1"/>
          <p:nvPr/>
        </p:nvSpPr>
        <p:spPr>
          <a:xfrm>
            <a:off x="8991600" y="125506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17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FF0AA3D-D429-CE3A-B7F8-EE54BCC999E5}"/>
              </a:ext>
            </a:extLst>
          </p:cNvPr>
          <p:cNvCxnSpPr>
            <a:cxnSpLocks/>
          </p:cNvCxnSpPr>
          <p:nvPr/>
        </p:nvCxnSpPr>
        <p:spPr>
          <a:xfrm>
            <a:off x="3854823" y="1748117"/>
            <a:ext cx="2752165" cy="390861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C22BD2-DA93-5A1F-7AF2-E6CEB6632E3B}"/>
              </a:ext>
            </a:extLst>
          </p:cNvPr>
          <p:cNvCxnSpPr>
            <a:cxnSpLocks/>
          </p:cNvCxnSpPr>
          <p:nvPr/>
        </p:nvCxnSpPr>
        <p:spPr>
          <a:xfrm flipV="1">
            <a:off x="3854823" y="3702423"/>
            <a:ext cx="2752165" cy="19543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FBE873-BE71-663A-0AA6-A8236DA88BD7}"/>
              </a:ext>
            </a:extLst>
          </p:cNvPr>
          <p:cNvCxnSpPr>
            <a:cxnSpLocks/>
          </p:cNvCxnSpPr>
          <p:nvPr/>
        </p:nvCxnSpPr>
        <p:spPr>
          <a:xfrm flipV="1">
            <a:off x="3854823" y="1748117"/>
            <a:ext cx="2752165" cy="195430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26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485" r="-12485"/>
          <a:stretch/>
        </p:blipFill>
        <p:spPr>
          <a:xfrm>
            <a:off x="591670" y="573741"/>
            <a:ext cx="11008659" cy="585819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3F70921-715E-950C-3354-E13825F80562}"/>
              </a:ext>
            </a:extLst>
          </p:cNvPr>
          <p:cNvSpPr/>
          <p:nvPr/>
        </p:nvSpPr>
        <p:spPr>
          <a:xfrm>
            <a:off x="8764680" y="1791181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CB5924-E59F-B3FE-B47F-44BC67F90963}"/>
              </a:ext>
            </a:extLst>
          </p:cNvPr>
          <p:cNvSpPr/>
          <p:nvPr/>
        </p:nvSpPr>
        <p:spPr>
          <a:xfrm>
            <a:off x="9610165" y="3073057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620E3F1-1B2D-D500-6F54-2D82EBB478AB}"/>
              </a:ext>
            </a:extLst>
          </p:cNvPr>
          <p:cNvSpPr/>
          <p:nvPr/>
        </p:nvSpPr>
        <p:spPr>
          <a:xfrm>
            <a:off x="9527195" y="4354933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809FBB-EE3C-CF16-6D25-38E3F0D7D859}"/>
              </a:ext>
            </a:extLst>
          </p:cNvPr>
          <p:cNvSpPr/>
          <p:nvPr/>
        </p:nvSpPr>
        <p:spPr>
          <a:xfrm>
            <a:off x="8722658" y="5625696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4BEB0-9AE0-6DBC-23AD-B7FB8D0381B9}"/>
              </a:ext>
            </a:extLst>
          </p:cNvPr>
          <p:cNvSpPr txBox="1"/>
          <p:nvPr/>
        </p:nvSpPr>
        <p:spPr>
          <a:xfrm>
            <a:off x="8991600" y="125506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17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11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0" grpId="0" animBg="1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386" r="-4386"/>
          <a:stretch/>
        </p:blipFill>
        <p:spPr>
          <a:xfrm>
            <a:off x="999564" y="179294"/>
            <a:ext cx="10192871" cy="64994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955488-E7D6-0136-2922-03254DCDF1F1}"/>
              </a:ext>
            </a:extLst>
          </p:cNvPr>
          <p:cNvSpPr txBox="1"/>
          <p:nvPr/>
        </p:nvSpPr>
        <p:spPr>
          <a:xfrm>
            <a:off x="9046242" y="179294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18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4E18EBE-140F-4DBE-B320-A3F09FDA1F14}"/>
              </a:ext>
            </a:extLst>
          </p:cNvPr>
          <p:cNvSpPr/>
          <p:nvPr/>
        </p:nvSpPr>
        <p:spPr>
          <a:xfrm>
            <a:off x="4264397" y="2436640"/>
            <a:ext cx="3830731" cy="56653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D21AFC-7F3F-63DF-A176-F8EFD9906A05}"/>
              </a:ext>
            </a:extLst>
          </p:cNvPr>
          <p:cNvSpPr txBox="1"/>
          <p:nvPr/>
        </p:nvSpPr>
        <p:spPr>
          <a:xfrm>
            <a:off x="5291442" y="4071499"/>
            <a:ext cx="17766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scary</a:t>
            </a:r>
            <a:r>
              <a:rPr lang="ko-KR" altLang="en-US" sz="44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A6D6B3-BAC5-4822-E034-E12702F0CD1A}"/>
              </a:ext>
            </a:extLst>
          </p:cNvPr>
          <p:cNvSpPr txBox="1"/>
          <p:nvPr/>
        </p:nvSpPr>
        <p:spPr>
          <a:xfrm>
            <a:off x="8500807" y="4071499"/>
            <a:ext cx="16255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back</a:t>
            </a:r>
            <a:r>
              <a:rPr lang="ko-KR" altLang="en-US" sz="4400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442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/>
      <p:bldP spid="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376" b="-4376"/>
          <a:stretch/>
        </p:blipFill>
        <p:spPr>
          <a:xfrm>
            <a:off x="591670" y="552627"/>
            <a:ext cx="11008659" cy="6126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8897454" y="179293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18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4038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1" r="-371"/>
          <a:stretch/>
        </p:blipFill>
        <p:spPr>
          <a:xfrm>
            <a:off x="1183342" y="552626"/>
            <a:ext cx="9252430" cy="6126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8926384" y="167905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19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A500B8-52DD-15AA-DC9A-AEA1752E6D47}"/>
              </a:ext>
            </a:extLst>
          </p:cNvPr>
          <p:cNvSpPr txBox="1"/>
          <p:nvPr/>
        </p:nvSpPr>
        <p:spPr>
          <a:xfrm>
            <a:off x="5004571" y="4555592"/>
            <a:ext cx="15359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come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D914A-EBAF-03F9-2EEC-265B6F3B6157}"/>
              </a:ext>
            </a:extLst>
          </p:cNvPr>
          <p:cNvSpPr txBox="1"/>
          <p:nvPr/>
        </p:nvSpPr>
        <p:spPr>
          <a:xfrm>
            <a:off x="4637018" y="5505850"/>
            <a:ext cx="1754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scared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970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9" r="-319"/>
          <a:stretch/>
        </p:blipFill>
        <p:spPr>
          <a:xfrm>
            <a:off x="1183342" y="552626"/>
            <a:ext cx="9252430" cy="6126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8926384" y="167905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19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38E7D6-4D0E-1F6A-6B86-5A14802C91DB}"/>
              </a:ext>
            </a:extLst>
          </p:cNvPr>
          <p:cNvSpPr txBox="1"/>
          <p:nvPr/>
        </p:nvSpPr>
        <p:spPr>
          <a:xfrm>
            <a:off x="3892948" y="4474910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trick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0A7465-F30F-E326-3535-15A730B8C062}"/>
              </a:ext>
            </a:extLst>
          </p:cNvPr>
          <p:cNvSpPr txBox="1"/>
          <p:nvPr/>
        </p:nvSpPr>
        <p:spPr>
          <a:xfrm>
            <a:off x="5318336" y="5425168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pot</a:t>
            </a:r>
            <a:r>
              <a:rPr lang="ko-KR" altLang="en-US" sz="3600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4571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669" y="0"/>
            <a:ext cx="1069066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80D404-F4D0-A982-5F5D-BCC3250E98EE}"/>
              </a:ext>
            </a:extLst>
          </p:cNvPr>
          <p:cNvSpPr txBox="1"/>
          <p:nvPr/>
        </p:nvSpPr>
        <p:spPr>
          <a:xfrm>
            <a:off x="2138297" y="4888105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SB pg. 24-25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7765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669" y="0"/>
            <a:ext cx="1069066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071260-383A-4DD4-B514-81FB47E44CC9}"/>
              </a:ext>
            </a:extLst>
          </p:cNvPr>
          <p:cNvSpPr txBox="1"/>
          <p:nvPr/>
        </p:nvSpPr>
        <p:spPr>
          <a:xfrm>
            <a:off x="201920" y="737447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SB pg. 26-27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4424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669" y="0"/>
            <a:ext cx="1069066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8010C6-88A4-2788-BE83-DF5F41017F3C}"/>
              </a:ext>
            </a:extLst>
          </p:cNvPr>
          <p:cNvSpPr txBox="1"/>
          <p:nvPr/>
        </p:nvSpPr>
        <p:spPr>
          <a:xfrm>
            <a:off x="6279991" y="836058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SB pg. 28-29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7077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585" t="717" r="-4585" b="717"/>
          <a:stretch/>
        </p:blipFill>
        <p:spPr>
          <a:xfrm>
            <a:off x="999564" y="322729"/>
            <a:ext cx="10192871" cy="6212541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CAA418AE-0EF2-7245-0D68-0756AE2834E7}"/>
              </a:ext>
            </a:extLst>
          </p:cNvPr>
          <p:cNvSpPr/>
          <p:nvPr/>
        </p:nvSpPr>
        <p:spPr>
          <a:xfrm>
            <a:off x="3652422" y="2953869"/>
            <a:ext cx="1420908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0265A2-269D-D122-E7DD-28954DBE2B41}"/>
              </a:ext>
            </a:extLst>
          </p:cNvPr>
          <p:cNvSpPr/>
          <p:nvPr/>
        </p:nvSpPr>
        <p:spPr>
          <a:xfrm>
            <a:off x="8995334" y="3029307"/>
            <a:ext cx="1420908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590940-6864-D660-552A-7434A39F5CF6}"/>
              </a:ext>
            </a:extLst>
          </p:cNvPr>
          <p:cNvSpPr/>
          <p:nvPr/>
        </p:nvSpPr>
        <p:spPr>
          <a:xfrm>
            <a:off x="1602759" y="5876041"/>
            <a:ext cx="1895183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1F473D9-1AE8-52FC-7AD2-0DC54F058787}"/>
              </a:ext>
            </a:extLst>
          </p:cNvPr>
          <p:cNvSpPr/>
          <p:nvPr/>
        </p:nvSpPr>
        <p:spPr>
          <a:xfrm>
            <a:off x="7384037" y="5876041"/>
            <a:ext cx="1420908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955488-E7D6-0136-2922-03254DCDF1F1}"/>
              </a:ext>
            </a:extLst>
          </p:cNvPr>
          <p:cNvSpPr txBox="1"/>
          <p:nvPr/>
        </p:nvSpPr>
        <p:spPr>
          <a:xfrm>
            <a:off x="9173225" y="179294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20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794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496" t="-586" r="-14496" b="-586"/>
          <a:stretch/>
        </p:blipFill>
        <p:spPr>
          <a:xfrm>
            <a:off x="591670" y="552626"/>
            <a:ext cx="11008659" cy="60481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EB9466-7392-553C-8DE7-C15EBF392C4D}"/>
              </a:ext>
            </a:extLst>
          </p:cNvPr>
          <p:cNvSpPr txBox="1"/>
          <p:nvPr/>
        </p:nvSpPr>
        <p:spPr>
          <a:xfrm>
            <a:off x="8152801" y="2111979"/>
            <a:ext cx="14606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swing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485B0-2433-EAC1-68EB-0F1EF997A083}"/>
              </a:ext>
            </a:extLst>
          </p:cNvPr>
          <p:cNvSpPr txBox="1"/>
          <p:nvPr/>
        </p:nvSpPr>
        <p:spPr>
          <a:xfrm>
            <a:off x="6741837" y="4269318"/>
            <a:ext cx="1410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laugh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9108141" y="167905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20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08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" t="-5752" r="543" b="-5752"/>
          <a:stretch/>
        </p:blipFill>
        <p:spPr>
          <a:xfrm>
            <a:off x="1465943" y="229104"/>
            <a:ext cx="9013371" cy="6531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955488-E7D6-0136-2922-03254DCDF1F1}"/>
              </a:ext>
            </a:extLst>
          </p:cNvPr>
          <p:cNvSpPr txBox="1"/>
          <p:nvPr/>
        </p:nvSpPr>
        <p:spPr>
          <a:xfrm>
            <a:off x="9173225" y="137514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21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FF0AA3D-D429-CE3A-B7F8-EE54BCC999E5}"/>
              </a:ext>
            </a:extLst>
          </p:cNvPr>
          <p:cNvCxnSpPr>
            <a:cxnSpLocks/>
          </p:cNvCxnSpPr>
          <p:nvPr/>
        </p:nvCxnSpPr>
        <p:spPr>
          <a:xfrm>
            <a:off x="3976913" y="1918874"/>
            <a:ext cx="2264230" cy="364009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C22BD2-DA93-5A1F-7AF2-E6CEB6632E3B}"/>
              </a:ext>
            </a:extLst>
          </p:cNvPr>
          <p:cNvCxnSpPr>
            <a:cxnSpLocks/>
          </p:cNvCxnSpPr>
          <p:nvPr/>
        </p:nvCxnSpPr>
        <p:spPr>
          <a:xfrm flipV="1">
            <a:off x="3976913" y="1918874"/>
            <a:ext cx="2220687" cy="182004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FBE873-BE71-663A-0AA6-A8236DA88BD7}"/>
              </a:ext>
            </a:extLst>
          </p:cNvPr>
          <p:cNvCxnSpPr>
            <a:cxnSpLocks/>
          </p:cNvCxnSpPr>
          <p:nvPr/>
        </p:nvCxnSpPr>
        <p:spPr>
          <a:xfrm flipV="1">
            <a:off x="3976913" y="3738922"/>
            <a:ext cx="2220687" cy="182004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48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344" t="1757" r="-8344" b="1757"/>
          <a:stretch/>
        </p:blipFill>
        <p:spPr>
          <a:xfrm>
            <a:off x="591670" y="573741"/>
            <a:ext cx="11008659" cy="585819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3F70921-715E-950C-3354-E13825F80562}"/>
              </a:ext>
            </a:extLst>
          </p:cNvPr>
          <p:cNvSpPr/>
          <p:nvPr/>
        </p:nvSpPr>
        <p:spPr>
          <a:xfrm>
            <a:off x="9737324" y="1690580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CB5924-E59F-B3FE-B47F-44BC67F90963}"/>
              </a:ext>
            </a:extLst>
          </p:cNvPr>
          <p:cNvSpPr/>
          <p:nvPr/>
        </p:nvSpPr>
        <p:spPr>
          <a:xfrm>
            <a:off x="8763532" y="3027707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620E3F1-1B2D-D500-6F54-2D82EBB478AB}"/>
              </a:ext>
            </a:extLst>
          </p:cNvPr>
          <p:cNvSpPr/>
          <p:nvPr/>
        </p:nvSpPr>
        <p:spPr>
          <a:xfrm>
            <a:off x="9737324" y="4364834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809FBB-EE3C-CF16-6D25-38E3F0D7D859}"/>
              </a:ext>
            </a:extLst>
          </p:cNvPr>
          <p:cNvSpPr/>
          <p:nvPr/>
        </p:nvSpPr>
        <p:spPr>
          <a:xfrm>
            <a:off x="8763532" y="5719238"/>
            <a:ext cx="973792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4BEB0-9AE0-6DBC-23AD-B7FB8D0381B9}"/>
              </a:ext>
            </a:extLst>
          </p:cNvPr>
          <p:cNvSpPr txBox="1"/>
          <p:nvPr/>
        </p:nvSpPr>
        <p:spPr>
          <a:xfrm>
            <a:off x="8991600" y="125506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21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16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0" grpId="0" animBg="1"/>
      <p:bldP spid="1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327" t="-460" r="-8327" b="-460"/>
          <a:stretch/>
        </p:blipFill>
        <p:spPr>
          <a:xfrm>
            <a:off x="999564" y="179294"/>
            <a:ext cx="10192871" cy="64994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955488-E7D6-0136-2922-03254DCDF1F1}"/>
              </a:ext>
            </a:extLst>
          </p:cNvPr>
          <p:cNvSpPr txBox="1"/>
          <p:nvPr/>
        </p:nvSpPr>
        <p:spPr>
          <a:xfrm>
            <a:off x="9173225" y="179294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22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C20414C-4721-68B4-A826-52FE9D8240CB}"/>
              </a:ext>
            </a:extLst>
          </p:cNvPr>
          <p:cNvSpPr/>
          <p:nvPr/>
        </p:nvSpPr>
        <p:spPr>
          <a:xfrm>
            <a:off x="4443397" y="1840620"/>
            <a:ext cx="2668603" cy="4751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0AB9BE-982E-3C92-8E34-07D8841A4A74}"/>
              </a:ext>
            </a:extLst>
          </p:cNvPr>
          <p:cNvSpPr txBox="1"/>
          <p:nvPr/>
        </p:nvSpPr>
        <p:spPr>
          <a:xfrm>
            <a:off x="4443397" y="4360730"/>
            <a:ext cx="5644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rgbClr val="FF0000"/>
                </a:solidFill>
              </a:rPr>
              <a:t>But you didn’t play with us.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43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74895-1E8A-0B0C-5270-8E31CFD00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9" r="2029"/>
          <a:stretch/>
        </p:blipFill>
        <p:spPr>
          <a:xfrm>
            <a:off x="591670" y="552627"/>
            <a:ext cx="11008659" cy="6126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8959156" y="155386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22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0407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B9D10A-A935-BC5F-B488-292B2DB96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655" y="201905"/>
            <a:ext cx="10043888" cy="64541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BCDF04-9FEC-2EB5-2E4D-0BF0D3BACFA6}"/>
              </a:ext>
            </a:extLst>
          </p:cNvPr>
          <p:cNvSpPr txBox="1"/>
          <p:nvPr/>
        </p:nvSpPr>
        <p:spPr>
          <a:xfrm>
            <a:off x="9173225" y="81181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23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F1E1D8-611B-10CA-914C-0D8868E50A4C}"/>
              </a:ext>
            </a:extLst>
          </p:cNvPr>
          <p:cNvSpPr txBox="1"/>
          <p:nvPr/>
        </p:nvSpPr>
        <p:spPr>
          <a:xfrm>
            <a:off x="4165796" y="981250"/>
            <a:ext cx="20428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friends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1B07D0-0637-1DF2-2DB7-A53767065CD0}"/>
              </a:ext>
            </a:extLst>
          </p:cNvPr>
          <p:cNvSpPr txBox="1"/>
          <p:nvPr/>
        </p:nvSpPr>
        <p:spPr>
          <a:xfrm>
            <a:off x="4049681" y="1663421"/>
            <a:ext cx="26068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pinwheel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F6E2D-A70E-CC58-4736-F4590F391DB4}"/>
              </a:ext>
            </a:extLst>
          </p:cNvPr>
          <p:cNvSpPr txBox="1"/>
          <p:nvPr/>
        </p:nvSpPr>
        <p:spPr>
          <a:xfrm>
            <a:off x="4386197" y="2345592"/>
            <a:ext cx="17459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swing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888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DE07A08-CA44-8483-D5C8-3CDFD77DD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381" y="943285"/>
            <a:ext cx="8895238" cy="4971429"/>
          </a:xfrm>
          <a:prstGeom prst="rect">
            <a:avLst/>
          </a:prstGeom>
        </p:spPr>
      </p:pic>
      <p:pic>
        <p:nvPicPr>
          <p:cNvPr id="3" name="Picture 2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B385628D-BB3F-CB1B-FADB-116307980D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021" y="2569439"/>
            <a:ext cx="4577386" cy="1716520"/>
          </a:xfrm>
          <a:prstGeom prst="rect">
            <a:avLst/>
          </a:prstGeom>
        </p:spPr>
      </p:pic>
      <p:pic>
        <p:nvPicPr>
          <p:cNvPr id="6" name="Picture 5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98EB7FC1-D75C-6991-7DE9-D763DC8869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127" y="4285959"/>
            <a:ext cx="4577385" cy="17280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FDB33D-9DAE-7231-D7DA-9961708B02CE}"/>
              </a:ext>
            </a:extLst>
          </p:cNvPr>
          <p:cNvSpPr txBox="1"/>
          <p:nvPr/>
        </p:nvSpPr>
        <p:spPr>
          <a:xfrm>
            <a:off x="9173225" y="81181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24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19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F78FAAF7-77F9-3733-5C87-325D46614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619" y="809952"/>
            <a:ext cx="8504762" cy="5238095"/>
          </a:xfrm>
          <a:prstGeom prst="rect">
            <a:avLst/>
          </a:prstGeom>
        </p:spPr>
      </p:pic>
      <p:pic>
        <p:nvPicPr>
          <p:cNvPr id="2" name="Picture 1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01239730-2D38-82E2-CAC7-7C75CC438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019" y="2547362"/>
            <a:ext cx="4547198" cy="1687858"/>
          </a:xfrm>
          <a:prstGeom prst="rect">
            <a:avLst/>
          </a:prstGeom>
        </p:spPr>
      </p:pic>
      <p:pic>
        <p:nvPicPr>
          <p:cNvPr id="3" name="Picture 2" descr="Graphical user interface, text, application, chat or text message">
            <a:extLst>
              <a:ext uri="{FF2B5EF4-FFF2-40B4-BE49-F238E27FC236}">
                <a16:creationId xmlns:a16="http://schemas.microsoft.com/office/drawing/2014/main" id="{754A46EE-0648-AC0F-B325-E689CFCE1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183" y="4226167"/>
            <a:ext cx="4547198" cy="16716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B4D647-3F69-5837-5ACE-5D5F47B4CE51}"/>
              </a:ext>
            </a:extLst>
          </p:cNvPr>
          <p:cNvSpPr txBox="1"/>
          <p:nvPr/>
        </p:nvSpPr>
        <p:spPr>
          <a:xfrm>
            <a:off x="9173225" y="81181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24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23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, website&#10;&#10;Description automatically generated">
            <a:extLst>
              <a:ext uri="{FF2B5EF4-FFF2-40B4-BE49-F238E27FC236}">
                <a16:creationId xmlns:a16="http://schemas.microsoft.com/office/drawing/2014/main" id="{CBDE1E2E-FA10-A649-3654-ED09F1BE3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626" y="249382"/>
            <a:ext cx="7322249" cy="6317673"/>
          </a:xfrm>
          <a:prstGeom prst="rect">
            <a:avLst/>
          </a:prstGeom>
        </p:spPr>
      </p:pic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07AA55B-CCE7-4C06-BED7-BC3D57582C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435" y="5239592"/>
            <a:ext cx="5095439" cy="14528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B6BF4A-F694-D7A9-6031-6B39A6E7BF29}"/>
              </a:ext>
            </a:extLst>
          </p:cNvPr>
          <p:cNvSpPr txBox="1"/>
          <p:nvPr/>
        </p:nvSpPr>
        <p:spPr>
          <a:xfrm>
            <a:off x="7194052" y="5600979"/>
            <a:ext cx="4812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F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6BFFB2-36B7-E9E7-631A-33A9356328A8}"/>
              </a:ext>
            </a:extLst>
          </p:cNvPr>
          <p:cNvSpPr txBox="1"/>
          <p:nvPr/>
        </p:nvSpPr>
        <p:spPr>
          <a:xfrm>
            <a:off x="8637370" y="5600979"/>
            <a:ext cx="58221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A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70E64-ED3C-4627-971E-C46F859F333E}"/>
              </a:ext>
            </a:extLst>
          </p:cNvPr>
          <p:cNvSpPr txBox="1"/>
          <p:nvPr/>
        </p:nvSpPr>
        <p:spPr>
          <a:xfrm>
            <a:off x="10274622" y="5305144"/>
            <a:ext cx="5453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C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E3BACB-6EB7-F83F-9C10-345C5CA07601}"/>
              </a:ext>
            </a:extLst>
          </p:cNvPr>
          <p:cNvSpPr txBox="1"/>
          <p:nvPr/>
        </p:nvSpPr>
        <p:spPr>
          <a:xfrm>
            <a:off x="9474430" y="5921042"/>
            <a:ext cx="6046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D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378905-23BE-D5C6-5A45-39E7843F1C6C}"/>
              </a:ext>
            </a:extLst>
          </p:cNvPr>
          <p:cNvSpPr txBox="1"/>
          <p:nvPr/>
        </p:nvSpPr>
        <p:spPr>
          <a:xfrm>
            <a:off x="10252483" y="5921042"/>
            <a:ext cx="5437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B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C9D817-348C-F76D-5B61-BF197EDCD712}"/>
              </a:ext>
            </a:extLst>
          </p:cNvPr>
          <p:cNvSpPr txBox="1"/>
          <p:nvPr/>
        </p:nvSpPr>
        <p:spPr>
          <a:xfrm>
            <a:off x="9173225" y="81181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25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93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diagram, application&#10;&#10;Description automatically generated">
            <a:extLst>
              <a:ext uri="{FF2B5EF4-FFF2-40B4-BE49-F238E27FC236}">
                <a16:creationId xmlns:a16="http://schemas.microsoft.com/office/drawing/2014/main" id="{60832D82-0615-6440-056B-A644BC8E5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619" y="409952"/>
            <a:ext cx="9504762" cy="6038095"/>
          </a:xfrm>
          <a:prstGeom prst="rect">
            <a:avLst/>
          </a:prstGeom>
        </p:spPr>
      </p:pic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3E730490-62C7-E5B6-10F0-7665B1A71E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822" y="3019395"/>
            <a:ext cx="2027396" cy="2378460"/>
          </a:xfrm>
          <a:prstGeom prst="rect">
            <a:avLst/>
          </a:prstGeom>
        </p:spPr>
      </p:pic>
      <p:pic>
        <p:nvPicPr>
          <p:cNvPr id="6" name="Picture 5" descr="A picture containing text, transport&#10;&#10;Description automatically generated">
            <a:extLst>
              <a:ext uri="{FF2B5EF4-FFF2-40B4-BE49-F238E27FC236}">
                <a16:creationId xmlns:a16="http://schemas.microsoft.com/office/drawing/2014/main" id="{FAD4B799-2F4D-CB57-5451-B8C394F451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22" y="2964494"/>
            <a:ext cx="1930854" cy="2431120"/>
          </a:xfrm>
          <a:prstGeom prst="rect">
            <a:avLst/>
          </a:prstGeom>
        </p:spPr>
      </p:pic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943E2782-98C5-F2D3-9F5E-DFEAAD2392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223" y="3070750"/>
            <a:ext cx="1913300" cy="22555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926352-3B00-0D89-18D5-0B7B44A0EC85}"/>
              </a:ext>
            </a:extLst>
          </p:cNvPr>
          <p:cNvSpPr txBox="1"/>
          <p:nvPr/>
        </p:nvSpPr>
        <p:spPr>
          <a:xfrm>
            <a:off x="9173225" y="81181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26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77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87F51133-711B-F40B-BF62-5C2CF9708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97" y="0"/>
            <a:ext cx="10592005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1BAF59-55D6-7A27-D452-E862B151584D}"/>
              </a:ext>
            </a:extLst>
          </p:cNvPr>
          <p:cNvSpPr txBox="1"/>
          <p:nvPr/>
        </p:nvSpPr>
        <p:spPr>
          <a:xfrm>
            <a:off x="7420393" y="3871759"/>
            <a:ext cx="3219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The Three Little Pigs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29DBF7-8C02-6029-684E-769EB98D43D9}"/>
              </a:ext>
            </a:extLst>
          </p:cNvPr>
          <p:cNvSpPr txBox="1"/>
          <p:nvPr/>
        </p:nvSpPr>
        <p:spPr>
          <a:xfrm>
            <a:off x="7420392" y="4857949"/>
            <a:ext cx="23374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Caitlin Schmitt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A3A43-E9CD-2810-4A02-9FEF84499138}"/>
              </a:ext>
            </a:extLst>
          </p:cNvPr>
          <p:cNvSpPr txBox="1"/>
          <p:nvPr/>
        </p:nvSpPr>
        <p:spPr>
          <a:xfrm>
            <a:off x="7873065" y="5858994"/>
            <a:ext cx="2537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rgbClr val="FF0000"/>
                </a:solidFill>
              </a:rPr>
              <a:t>Byeongjun</a:t>
            </a:r>
            <a:r>
              <a:rPr lang="en-US" altLang="ko-KR" sz="2400" b="1" dirty="0">
                <a:solidFill>
                  <a:srgbClr val="FF0000"/>
                </a:solidFill>
              </a:rPr>
              <a:t> Jeon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0974A9-B5E3-78BA-C148-F1A35E1D1F89}"/>
              </a:ext>
            </a:extLst>
          </p:cNvPr>
          <p:cNvSpPr txBox="1"/>
          <p:nvPr/>
        </p:nvSpPr>
        <p:spPr>
          <a:xfrm>
            <a:off x="9173225" y="81181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27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87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04D2FEDE-2D4E-66C3-91AC-473CEA330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33" y="209952"/>
            <a:ext cx="9933333" cy="6438095"/>
          </a:xfrm>
          <a:prstGeom prst="rect">
            <a:avLst/>
          </a:prstGeom>
        </p:spPr>
      </p:pic>
      <p:pic>
        <p:nvPicPr>
          <p:cNvPr id="4" name="Picture 3" descr="A statue of a unicorn&#10;&#10;Description automatically generated with medium confidence">
            <a:extLst>
              <a:ext uri="{FF2B5EF4-FFF2-40B4-BE49-F238E27FC236}">
                <a16:creationId xmlns:a16="http://schemas.microsoft.com/office/drawing/2014/main" id="{656CA492-749B-41C1-A61A-6EBAE6C2B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389" y="3290455"/>
            <a:ext cx="1897398" cy="24554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C838E6-C287-DFFA-9773-E62BEDF5B916}"/>
              </a:ext>
            </a:extLst>
          </p:cNvPr>
          <p:cNvSpPr txBox="1"/>
          <p:nvPr/>
        </p:nvSpPr>
        <p:spPr>
          <a:xfrm>
            <a:off x="9173225" y="81181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27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3A241F4-0F2F-DEE0-DC7B-1F6A1F7A097A}"/>
                  </a:ext>
                </a:extLst>
              </p14:cNvPr>
              <p14:cNvContentPartPr/>
              <p14:nvPr/>
            </p14:nvContentPartPr>
            <p14:xfrm>
              <a:off x="3371009" y="3276063"/>
              <a:ext cx="746280" cy="1573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3A241F4-0F2F-DEE0-DC7B-1F6A1F7A097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62369" y="3267423"/>
                <a:ext cx="763920" cy="159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B949838-B3CB-87C5-698C-EA0DEF2F185D}"/>
                  </a:ext>
                </a:extLst>
              </p14:cNvPr>
              <p14:cNvContentPartPr/>
              <p14:nvPr/>
            </p14:nvContentPartPr>
            <p14:xfrm>
              <a:off x="2909849" y="4070583"/>
              <a:ext cx="575640" cy="942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B949838-B3CB-87C5-698C-EA0DEF2F185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00849" y="4061583"/>
                <a:ext cx="593280" cy="9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4507641-2BB8-8598-8D9A-FB94D2135A66}"/>
                  </a:ext>
                </a:extLst>
              </p14:cNvPr>
              <p14:cNvContentPartPr/>
              <p14:nvPr/>
            </p14:nvContentPartPr>
            <p14:xfrm>
              <a:off x="3494129" y="3921903"/>
              <a:ext cx="1173960" cy="12589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4507641-2BB8-8598-8D9A-FB94D2135A6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85489" y="3913263"/>
                <a:ext cx="1191600" cy="12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EF0D4A2-9B0A-0F95-6737-C65429ABCEAD}"/>
                  </a:ext>
                </a:extLst>
              </p14:cNvPr>
              <p14:cNvContentPartPr/>
              <p14:nvPr/>
            </p14:nvContentPartPr>
            <p14:xfrm>
              <a:off x="3104609" y="4917663"/>
              <a:ext cx="1614600" cy="823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EF0D4A2-9B0A-0F95-6737-C65429ABCEA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95969" y="4908663"/>
                <a:ext cx="1632240" cy="84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F38A762-2441-CC64-BADC-95DDE55C4B0F}"/>
                  </a:ext>
                </a:extLst>
              </p14:cNvPr>
              <p14:cNvContentPartPr/>
              <p14:nvPr/>
            </p14:nvContentPartPr>
            <p14:xfrm>
              <a:off x="3526889" y="3554703"/>
              <a:ext cx="102960" cy="262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F38A762-2441-CC64-BADC-95DDE55C4B0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18249" y="3545703"/>
                <a:ext cx="120600" cy="27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36116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3821D263-AF86-AE46-9026-D79D017C0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43" y="252809"/>
            <a:ext cx="10085714" cy="6352381"/>
          </a:xfrm>
          <a:prstGeom prst="rect">
            <a:avLst/>
          </a:prstGeom>
        </p:spPr>
      </p:pic>
      <p:pic>
        <p:nvPicPr>
          <p:cNvPr id="4" name="Picture 3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4204F8A-BF81-3A74-16BD-0618247955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8041"/>
          <a:stretch/>
        </p:blipFill>
        <p:spPr>
          <a:xfrm>
            <a:off x="3423334" y="1348033"/>
            <a:ext cx="5345331" cy="49349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15AD06-FC73-75F5-B5E7-7E3BEBB18082}"/>
              </a:ext>
            </a:extLst>
          </p:cNvPr>
          <p:cNvSpPr txBox="1"/>
          <p:nvPr/>
        </p:nvSpPr>
        <p:spPr>
          <a:xfrm>
            <a:off x="9173225" y="81181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28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854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150FBCA-CB91-5033-C0FA-3E8A23510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598" y="0"/>
            <a:ext cx="9442804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D03802-A5D3-9065-25F7-F2665D682FA6}"/>
              </a:ext>
            </a:extLst>
          </p:cNvPr>
          <p:cNvSpPr txBox="1"/>
          <p:nvPr/>
        </p:nvSpPr>
        <p:spPr>
          <a:xfrm>
            <a:off x="9173225" y="81181"/>
            <a:ext cx="30187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WB pg. 28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090D60-BBF9-A439-D9B5-F0DDA6E21E05}"/>
                  </a:ext>
                </a:extLst>
              </p14:cNvPr>
              <p14:cNvContentPartPr/>
              <p14:nvPr/>
            </p14:nvContentPartPr>
            <p14:xfrm>
              <a:off x="6400172" y="2690915"/>
              <a:ext cx="461160" cy="702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090D60-BBF9-A439-D9B5-F0DDA6E21E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91532" y="2681915"/>
                <a:ext cx="478800" cy="71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919EEC8-6FC6-5858-43B8-C59105B63952}"/>
                  </a:ext>
                </a:extLst>
              </p14:cNvPr>
              <p14:cNvContentPartPr/>
              <p14:nvPr/>
            </p14:nvContentPartPr>
            <p14:xfrm>
              <a:off x="1111052" y="4365275"/>
              <a:ext cx="2432880" cy="2251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919EEC8-6FC6-5858-43B8-C59105B6395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2412" y="4356635"/>
                <a:ext cx="2450520" cy="226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ACD4DD74-4C5A-7081-9083-FB3502E9ADE2}"/>
              </a:ext>
            </a:extLst>
          </p:cNvPr>
          <p:cNvGrpSpPr/>
          <p:nvPr/>
        </p:nvGrpSpPr>
        <p:grpSpPr>
          <a:xfrm>
            <a:off x="6669452" y="2940035"/>
            <a:ext cx="18360" cy="36360"/>
            <a:chOff x="6669452" y="2940035"/>
            <a:chExt cx="18360" cy="3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0BFBECD-C725-1FB6-5D02-3BCF327DA196}"/>
                    </a:ext>
                  </a:extLst>
                </p14:cNvPr>
                <p14:cNvContentPartPr/>
                <p14:nvPr/>
              </p14:nvContentPartPr>
              <p14:xfrm>
                <a:off x="6687452" y="2940035"/>
                <a:ext cx="36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0BFBECD-C725-1FB6-5D02-3BCF327DA19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678452" y="293139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A0B4982-588B-539B-2CA7-BA59A5F669CB}"/>
                    </a:ext>
                  </a:extLst>
                </p14:cNvPr>
                <p14:cNvContentPartPr/>
                <p14:nvPr/>
              </p14:nvContentPartPr>
              <p14:xfrm>
                <a:off x="6669452" y="2976035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A0B4982-588B-539B-2CA7-BA59A5F669C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660452" y="296739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94971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303</Words>
  <Application>Microsoft Office PowerPoint</Application>
  <PresentationFormat>Widescreen</PresentationFormat>
  <Paragraphs>104</Paragraphs>
  <Slides>64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맑은 고딕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Ronald Lethcoe</dc:creator>
  <cp:lastModifiedBy>Ronald Lethcoe</cp:lastModifiedBy>
  <cp:revision>27</cp:revision>
  <dcterms:created xsi:type="dcterms:W3CDTF">2022-09-02T01:27:02Z</dcterms:created>
  <dcterms:modified xsi:type="dcterms:W3CDTF">2022-11-24T04:14:06Z</dcterms:modified>
</cp:coreProperties>
</file>