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FB429-19D4-4440-8A30-06807DB27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30B5A-102B-4FF8-A173-F5D986294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02AE2-238F-4B1B-92E2-4E6E2216E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3CAA-FE2D-4001-9ED3-A8434381BE84}" type="datetimeFigureOut">
              <a:rPr lang="en-US" smtClean="0"/>
              <a:t>11/22/2019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7F99B-0FCB-4E07-9436-34374E7CA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6B7B2-C51D-4AF7-B661-2F06B637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873AA-A8B0-46E0-81C8-0801D67A9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1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BDDF-1DE4-4D38-B68A-5F9BEB42B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47A6-FDD0-4344-9DB7-6EAD95E95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CF8C9-F9F4-44DF-9124-B20E3216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3CAA-FE2D-4001-9ED3-A8434381BE84}" type="datetimeFigureOut">
              <a:rPr lang="en-US" smtClean="0"/>
              <a:t>11/22/2019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A8D5C-459C-467B-9976-4B54951B0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22828-1638-4163-95FE-048A64D3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873AA-A8B0-46E0-81C8-0801D67A9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6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10DD9-8949-413D-A755-E1B006A9F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9B81E-A5C4-47E2-B811-C607313F0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C629B-E017-4D1A-B4AF-5D79708E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3CAA-FE2D-4001-9ED3-A8434381BE84}" type="datetimeFigureOut">
              <a:rPr lang="en-US" smtClean="0"/>
              <a:t>11/22/2019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76C76-F2F8-479B-9F43-481137817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CD94C-EC80-4C44-8F02-BA10C742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873AA-A8B0-46E0-81C8-0801D67A9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80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DBD7-FF01-4537-B1CC-8DAE4F57F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207F4-8DDA-4FED-8BD2-F9D841136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8DD66-2873-417F-96F9-59DE01C72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5195D-1712-4E0C-91D5-41352C9B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3CAA-FE2D-4001-9ED3-A8434381BE84}" type="datetimeFigureOut">
              <a:rPr lang="en-US" smtClean="0"/>
              <a:t>11/22/2019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BCE2C-A18B-42FB-A875-FDC609D9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28CE2-A5FE-4C8D-841F-6A2B8008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873AA-A8B0-46E0-81C8-0801D67A9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1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27D01-353E-42FC-B0EA-1D26FA55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14A10-CBBF-4B33-A265-59AD64600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36575-9A0A-4BCA-8D9A-A55B2155B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9D35D5-F9E7-456E-A832-ADCCAFAF8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86F65B-B04D-4011-A6AE-35C9F734B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CAAC8E-D052-4C71-A194-930D5503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3CAA-FE2D-4001-9ED3-A8434381BE84}" type="datetimeFigureOut">
              <a:rPr lang="en-US" smtClean="0"/>
              <a:t>11/22/2019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5144C8-710F-43A4-A8C3-2F3D64040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2E6A94-ECB8-4B18-92DD-38760E41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873AA-A8B0-46E0-81C8-0801D67A9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20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4BAA-98FB-4B3E-B5CB-5C7B0670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23E287-A926-4446-9BF0-51D5668EC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3CAA-FE2D-4001-9ED3-A8434381BE84}" type="datetimeFigureOut">
              <a:rPr lang="en-US" smtClean="0"/>
              <a:t>11/22/2019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5B92C9-584B-4D8C-95C2-80739DCF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04EF7-497D-4BBC-9373-B94798243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873AA-A8B0-46E0-81C8-0801D67A9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28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D5B6F-2406-49DC-81C1-281539FB9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3CAA-FE2D-4001-9ED3-A8434381BE84}" type="datetimeFigureOut">
              <a:rPr lang="en-US" smtClean="0"/>
              <a:t>11/22/2019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AFF15E-BD04-41E9-8065-91E325597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E201A-63F9-4745-AA47-FF3051797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873AA-A8B0-46E0-81C8-0801D67A9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13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DB063-593A-4D9D-A3EE-C77F466F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13164-E9DB-44CB-BC84-F1A2E5973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C6265-E59E-4400-A08E-A46D99395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930DE-4F3D-467B-A374-05FE42BF0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3CAA-FE2D-4001-9ED3-A8434381BE84}" type="datetimeFigureOut">
              <a:rPr lang="en-US" smtClean="0"/>
              <a:t>11/22/2019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819D2-6177-463F-8678-FE6C10A79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E3DC7-EC4A-46FA-8FF2-F2AC9814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873AA-A8B0-46E0-81C8-0801D67A9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94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E6983-36A4-42D5-8CB1-A84BEEFBE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8AB4C6-53EC-4B82-8488-490D361F64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C3848-EC1A-4FF6-8C93-1BEF9D021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CC9F1-BA3D-48FB-AAB9-BFAD95A6A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3CAA-FE2D-4001-9ED3-A8434381BE84}" type="datetimeFigureOut">
              <a:rPr lang="en-US" smtClean="0"/>
              <a:t>11/22/2019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AF7DB-EF1F-4960-9063-9E0C7E32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EA107-A31D-45B3-BDE1-B220A0A4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873AA-A8B0-46E0-81C8-0801D67A9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3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FDF5F-AE8B-4359-8CC0-60A9C010E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426FB-5AAF-438B-B390-A8A4E17ED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1E4EB-3D84-44C8-8359-118B5DE59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3CAA-FE2D-4001-9ED3-A8434381BE84}" type="datetimeFigureOut">
              <a:rPr lang="en-US" smtClean="0"/>
              <a:t>11/22/2019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C6003-2762-4951-8029-B1BD6DE3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7C444-6D5A-4B98-B871-41C1F999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873AA-A8B0-46E0-81C8-0801D67A9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35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81A055-70C9-41E2-9383-6E5929179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683298-3400-4F26-91A7-F479193DD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21E5-8A0A-42A6-9883-EAE99381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3CAA-FE2D-4001-9ED3-A8434381BE84}" type="datetimeFigureOut">
              <a:rPr lang="en-US" smtClean="0"/>
              <a:t>11/22/2019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0C39E-5E2B-408D-B97D-65F938F32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65905-0745-4A91-9D6B-7BEF3DED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873AA-A8B0-46E0-81C8-0801D67A9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14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30929-E93D-46DE-AA56-70A2419FE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AADB-684F-4C2B-A29F-2CAEBE93F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5DF41-8452-42A9-B6FD-B4D4B56969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53CAA-FE2D-4001-9ED3-A8434381BE84}" type="datetimeFigureOut">
              <a:rPr lang="en-US" smtClean="0"/>
              <a:t>11/22/2019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3E4D8-A46F-473F-8E7D-8CA6D36D4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508DB-A740-45EB-85B3-30855C7A1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873AA-A8B0-46E0-81C8-0801D67A9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10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malaria">
            <a:extLst>
              <a:ext uri="{FF2B5EF4-FFF2-40B4-BE49-F238E27FC236}">
                <a16:creationId xmlns:a16="http://schemas.microsoft.com/office/drawing/2014/main" id="{1E53D30D-25CB-41A9-AD54-8DCE7DFDA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507" y="370454"/>
            <a:ext cx="4078061" cy="305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D06289-F459-41DE-876C-077504916310}"/>
              </a:ext>
            </a:extLst>
          </p:cNvPr>
          <p:cNvSpPr txBox="1"/>
          <p:nvPr/>
        </p:nvSpPr>
        <p:spPr>
          <a:xfrm>
            <a:off x="278001" y="4658630"/>
            <a:ext cx="2465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1950’s</a:t>
            </a:r>
          </a:p>
        </p:txBody>
      </p:sp>
      <p:pic>
        <p:nvPicPr>
          <p:cNvPr id="1030" name="Picture 6" descr="Image result for ddt">
            <a:extLst>
              <a:ext uri="{FF2B5EF4-FFF2-40B4-BE49-F238E27FC236}">
                <a16:creationId xmlns:a16="http://schemas.microsoft.com/office/drawing/2014/main" id="{228EA32A-880D-4368-8B8E-ABBDF95C7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840" y="3471668"/>
            <a:ext cx="4588555" cy="3244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borneo">
            <a:extLst>
              <a:ext uri="{FF2B5EF4-FFF2-40B4-BE49-F238E27FC236}">
                <a16:creationId xmlns:a16="http://schemas.microsoft.com/office/drawing/2014/main" id="{716EE4A4-52AC-4698-8646-4F0D5E027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537" y="3694848"/>
            <a:ext cx="2644133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malaria">
            <a:extLst>
              <a:ext uri="{FF2B5EF4-FFF2-40B4-BE49-F238E27FC236}">
                <a16:creationId xmlns:a16="http://schemas.microsoft.com/office/drawing/2014/main" id="{A65F947A-55BC-43DD-8E8B-67A94EE59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743" y="370454"/>
            <a:ext cx="5238750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097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cockroaches">
            <a:extLst>
              <a:ext uri="{FF2B5EF4-FFF2-40B4-BE49-F238E27FC236}">
                <a16:creationId xmlns:a16="http://schemas.microsoft.com/office/drawing/2014/main" id="{FEF6E8A0-22B9-4093-B958-A10078173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3022" y="882082"/>
            <a:ext cx="4530905" cy="254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malaria">
            <a:extLst>
              <a:ext uri="{FF2B5EF4-FFF2-40B4-BE49-F238E27FC236}">
                <a16:creationId xmlns:a16="http://schemas.microsoft.com/office/drawing/2014/main" id="{1CF2A56A-54FC-491C-9CBD-487CD5DFD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3" y="986858"/>
            <a:ext cx="3395889" cy="254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lizard">
            <a:extLst>
              <a:ext uri="{FF2B5EF4-FFF2-40B4-BE49-F238E27FC236}">
                <a16:creationId xmlns:a16="http://schemas.microsoft.com/office/drawing/2014/main" id="{A4AFF148-89D4-44D9-A07D-2EE848171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702" y="3330690"/>
            <a:ext cx="4569155" cy="218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BA8546-F16F-44F6-9DF3-B593F23E9194}"/>
              </a:ext>
            </a:extLst>
          </p:cNvPr>
          <p:cNvSpPr txBox="1"/>
          <p:nvPr/>
        </p:nvSpPr>
        <p:spPr>
          <a:xfrm>
            <a:off x="1777782" y="3533775"/>
            <a:ext cx="190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DDT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A9DAE0-4BE1-4DB1-860C-12AAA4503D5A}"/>
              </a:ext>
            </a:extLst>
          </p:cNvPr>
          <p:cNvSpPr txBox="1"/>
          <p:nvPr/>
        </p:nvSpPr>
        <p:spPr>
          <a:xfrm>
            <a:off x="7997518" y="1176653"/>
            <a:ext cx="19084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DDT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B7E74B-9A2A-4121-825A-FE3186ED8672}"/>
              </a:ext>
            </a:extLst>
          </p:cNvPr>
          <p:cNvSpPr txBox="1"/>
          <p:nvPr/>
        </p:nvSpPr>
        <p:spPr>
          <a:xfrm>
            <a:off x="7270747" y="5056004"/>
            <a:ext cx="45691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/>
              <a:t>DDT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2022C2D-6717-4FB3-999F-7F3820CD493C}"/>
              </a:ext>
            </a:extLst>
          </p:cNvPr>
          <p:cNvSpPr/>
          <p:nvPr/>
        </p:nvSpPr>
        <p:spPr>
          <a:xfrm>
            <a:off x="4256690" y="1801996"/>
            <a:ext cx="1024758" cy="7835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6E2AB95-15E2-4A43-B28F-71F5B5794118}"/>
              </a:ext>
            </a:extLst>
          </p:cNvPr>
          <p:cNvSpPr/>
          <p:nvPr/>
        </p:nvSpPr>
        <p:spPr>
          <a:xfrm rot="2469809">
            <a:off x="7100930" y="3037226"/>
            <a:ext cx="1024758" cy="7835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6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 result for lizard">
            <a:extLst>
              <a:ext uri="{FF2B5EF4-FFF2-40B4-BE49-F238E27FC236}">
                <a16:creationId xmlns:a16="http://schemas.microsoft.com/office/drawing/2014/main" id="{D21830DD-F704-479F-A8AB-01D75BE5D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53" b="89801" l="4762" r="92024">
                        <a14:foregroundMark x1="8214" y1="51741" x2="8214" y2="51741"/>
                        <a14:foregroundMark x1="4762" y1="47512" x2="4762" y2="47512"/>
                        <a14:foregroundMark x1="92024" y1="17164" x2="92024" y2="171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45" y="571500"/>
            <a:ext cx="4569155" cy="218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3EDA80-3854-42EF-B7B8-0490B646A82E}"/>
              </a:ext>
            </a:extLst>
          </p:cNvPr>
          <p:cNvSpPr txBox="1"/>
          <p:nvPr/>
        </p:nvSpPr>
        <p:spPr>
          <a:xfrm>
            <a:off x="761090" y="4800529"/>
            <a:ext cx="45691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/>
              <a:t>DDT</a:t>
            </a:r>
          </a:p>
        </p:txBody>
      </p:sp>
      <p:pic>
        <p:nvPicPr>
          <p:cNvPr id="9" name="Picture 8" descr="Image result for lizard">
            <a:extLst>
              <a:ext uri="{FF2B5EF4-FFF2-40B4-BE49-F238E27FC236}">
                <a16:creationId xmlns:a16="http://schemas.microsoft.com/office/drawing/2014/main" id="{024EB406-6925-4FC7-B976-0A8D12EA5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53" b="89801" l="4762" r="92024">
                        <a14:foregroundMark x1="8214" y1="51741" x2="8214" y2="51741"/>
                        <a14:foregroundMark x1="4762" y1="47512" x2="4762" y2="47512"/>
                        <a14:foregroundMark x1="92024" y1="17164" x2="92024" y2="171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45" y="3006500"/>
            <a:ext cx="4569155" cy="218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Image result for cat">
            <a:extLst>
              <a:ext uri="{FF2B5EF4-FFF2-40B4-BE49-F238E27FC236}">
                <a16:creationId xmlns:a16="http://schemas.microsoft.com/office/drawing/2014/main" id="{F2976264-B69A-4C23-96BC-A88FEA0EFD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00" b="90000" l="30375" r="73375">
                        <a14:foregroundMark x1="37000" y1="85167" x2="37000" y2="85167"/>
                        <a14:foregroundMark x1="33750" y1="74333" x2="33750" y2="74333"/>
                        <a14:foregroundMark x1="33750" y1="64000" x2="33750" y2="64000"/>
                        <a14:foregroundMark x1="32000" y1="8167" x2="32000" y2="8167"/>
                        <a14:foregroundMark x1="52125" y1="16833" x2="52125" y2="16833"/>
                        <a14:foregroundMark x1="32500" y1="5500" x2="32500" y2="5500"/>
                        <a14:foregroundMark x1="68875" y1="80500" x2="68875" y2="80500"/>
                        <a14:foregroundMark x1="67375" y1="72833" x2="67375" y2="72833"/>
                        <a14:foregroundMark x1="68625" y1="70833" x2="68625" y2="70833"/>
                        <a14:foregroundMark x1="71000" y1="77667" x2="71000" y2="77667"/>
                        <a14:foregroundMark x1="32250" y1="72167" x2="32250" y2="72167"/>
                        <a14:foregroundMark x1="31375" y1="74333" x2="31375" y2="74333"/>
                        <a14:foregroundMark x1="31375" y1="42167" x2="31375" y2="42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034" r="21173"/>
          <a:stretch/>
        </p:blipFill>
        <p:spPr bwMode="auto">
          <a:xfrm>
            <a:off x="6795772" y="366548"/>
            <a:ext cx="4099034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870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59259E-6 L 0.46536 -0.39213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68" y="-19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81481E-6 L 0.45378 -0.16551 " pathEditMode="relative" rAng="0" ptsTypes="AA">
                                      <p:cBhvr>
                                        <p:cTn id="10" dur="3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82" y="-828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81481E-6 L 0.45378 -0.16551 " pathEditMode="relative" rAng="0" ptsTypes="AA">
                                      <p:cBhvr>
                                        <p:cTn id="12" dur="3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82" y="-8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Image result for cat">
            <a:extLst>
              <a:ext uri="{FF2B5EF4-FFF2-40B4-BE49-F238E27FC236}">
                <a16:creationId xmlns:a16="http://schemas.microsoft.com/office/drawing/2014/main" id="{E85C2A04-3E44-4EE5-87F9-269D269A6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4" r="21173"/>
          <a:stretch/>
        </p:blipFill>
        <p:spPr bwMode="auto">
          <a:xfrm>
            <a:off x="1505836" y="139637"/>
            <a:ext cx="1367763" cy="1906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cat">
            <a:extLst>
              <a:ext uri="{FF2B5EF4-FFF2-40B4-BE49-F238E27FC236}">
                <a16:creationId xmlns:a16="http://schemas.microsoft.com/office/drawing/2014/main" id="{E1706D3F-498F-49F3-832A-74D472B807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4" r="21173"/>
          <a:stretch/>
        </p:blipFill>
        <p:spPr bwMode="auto">
          <a:xfrm>
            <a:off x="178008" y="139637"/>
            <a:ext cx="1367763" cy="1906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 result for rats png">
            <a:extLst>
              <a:ext uri="{FF2B5EF4-FFF2-40B4-BE49-F238E27FC236}">
                <a16:creationId xmlns:a16="http://schemas.microsoft.com/office/drawing/2014/main" id="{6265D0D8-2466-40CC-921D-FC3B2CB8D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486" y="370773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cat">
            <a:extLst>
              <a:ext uri="{FF2B5EF4-FFF2-40B4-BE49-F238E27FC236}">
                <a16:creationId xmlns:a16="http://schemas.microsoft.com/office/drawing/2014/main" id="{5D43461B-44B8-4549-9DCE-732098598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4" r="21173"/>
          <a:stretch/>
        </p:blipFill>
        <p:spPr bwMode="auto">
          <a:xfrm>
            <a:off x="6131995" y="2046614"/>
            <a:ext cx="1113887" cy="155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mage result for rats png">
            <a:extLst>
              <a:ext uri="{FF2B5EF4-FFF2-40B4-BE49-F238E27FC236}">
                <a16:creationId xmlns:a16="http://schemas.microsoft.com/office/drawing/2014/main" id="{1C8826AE-D325-4861-8D4A-FAA975F17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4167" y="4669971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mage result for rats png">
            <a:extLst>
              <a:ext uri="{FF2B5EF4-FFF2-40B4-BE49-F238E27FC236}">
                <a16:creationId xmlns:a16="http://schemas.microsoft.com/office/drawing/2014/main" id="{767257F1-0644-4F01-92E8-FF8DE1AF9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710" y="4669971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Image result for rats png">
            <a:extLst>
              <a:ext uri="{FF2B5EF4-FFF2-40B4-BE49-F238E27FC236}">
                <a16:creationId xmlns:a16="http://schemas.microsoft.com/office/drawing/2014/main" id="{04E9CADD-817F-4B19-BA46-34A4B022E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882" y="4669971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Image result for rats png">
            <a:extLst>
              <a:ext uri="{FF2B5EF4-FFF2-40B4-BE49-F238E27FC236}">
                <a16:creationId xmlns:a16="http://schemas.microsoft.com/office/drawing/2014/main" id="{D732B52A-9660-4E03-BBF5-503672DF0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4167" y="3225267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mage result for rats png">
            <a:extLst>
              <a:ext uri="{FF2B5EF4-FFF2-40B4-BE49-F238E27FC236}">
                <a16:creationId xmlns:a16="http://schemas.microsoft.com/office/drawing/2014/main" id="{9F44E7FD-8252-4D06-84AC-CC91177F8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710" y="3225267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Image result for rats png">
            <a:extLst>
              <a:ext uri="{FF2B5EF4-FFF2-40B4-BE49-F238E27FC236}">
                <a16:creationId xmlns:a16="http://schemas.microsoft.com/office/drawing/2014/main" id="{913E6FA0-9A58-4A66-B301-D144D970E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882" y="3225267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Image result for rats png">
            <a:extLst>
              <a:ext uri="{FF2B5EF4-FFF2-40B4-BE49-F238E27FC236}">
                <a16:creationId xmlns:a16="http://schemas.microsoft.com/office/drawing/2014/main" id="{C24C1FFB-6E36-457C-8C92-14EB09CDD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4167" y="1524554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Image result for rats png">
            <a:extLst>
              <a:ext uri="{FF2B5EF4-FFF2-40B4-BE49-F238E27FC236}">
                <a16:creationId xmlns:a16="http://schemas.microsoft.com/office/drawing/2014/main" id="{9674173D-A713-4F72-96A2-4949D6C86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710" y="1524554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Image result for rats png">
            <a:extLst>
              <a:ext uri="{FF2B5EF4-FFF2-40B4-BE49-F238E27FC236}">
                <a16:creationId xmlns:a16="http://schemas.microsoft.com/office/drawing/2014/main" id="{1324CEF7-4E50-447C-97A6-00461FFA1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882" y="1524554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Image result for rats png">
            <a:extLst>
              <a:ext uri="{FF2B5EF4-FFF2-40B4-BE49-F238E27FC236}">
                <a16:creationId xmlns:a16="http://schemas.microsoft.com/office/drawing/2014/main" id="{F5C5597B-B23B-4CAB-9511-9A639458C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4167" y="86152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Image result for rats png">
            <a:extLst>
              <a:ext uri="{FF2B5EF4-FFF2-40B4-BE49-F238E27FC236}">
                <a16:creationId xmlns:a16="http://schemas.microsoft.com/office/drawing/2014/main" id="{88656A58-87DB-4518-8450-75512145D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710" y="86152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Image result for rats png">
            <a:extLst>
              <a:ext uri="{FF2B5EF4-FFF2-40B4-BE49-F238E27FC236}">
                <a16:creationId xmlns:a16="http://schemas.microsoft.com/office/drawing/2014/main" id="{46A107B3-3D0B-4002-832D-507C57171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882" y="86152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Image result for rats png">
            <a:extLst>
              <a:ext uri="{FF2B5EF4-FFF2-40B4-BE49-F238E27FC236}">
                <a16:creationId xmlns:a16="http://schemas.microsoft.com/office/drawing/2014/main" id="{0819522F-E91C-4E19-810C-BFFE9D195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314" y="370773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Image result for cat">
            <a:extLst>
              <a:ext uri="{FF2B5EF4-FFF2-40B4-BE49-F238E27FC236}">
                <a16:creationId xmlns:a16="http://schemas.microsoft.com/office/drawing/2014/main" id="{FD0F0CC7-92DF-417E-9FCC-23888FBC7D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4" r="21173"/>
          <a:stretch/>
        </p:blipFill>
        <p:spPr bwMode="auto">
          <a:xfrm>
            <a:off x="1505836" y="2271779"/>
            <a:ext cx="1367763" cy="1906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Image result for cat">
            <a:extLst>
              <a:ext uri="{FF2B5EF4-FFF2-40B4-BE49-F238E27FC236}">
                <a16:creationId xmlns:a16="http://schemas.microsoft.com/office/drawing/2014/main" id="{20922FBF-B72B-47F6-975C-2CCF95639E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4" r="21173"/>
          <a:stretch/>
        </p:blipFill>
        <p:spPr bwMode="auto">
          <a:xfrm>
            <a:off x="178008" y="2271779"/>
            <a:ext cx="1367763" cy="1906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Image result for rats png">
            <a:extLst>
              <a:ext uri="{FF2B5EF4-FFF2-40B4-BE49-F238E27FC236}">
                <a16:creationId xmlns:a16="http://schemas.microsoft.com/office/drawing/2014/main" id="{D458B14A-2B47-441E-A69D-D46A6F814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486" y="2502915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Image result for rats png">
            <a:extLst>
              <a:ext uri="{FF2B5EF4-FFF2-40B4-BE49-F238E27FC236}">
                <a16:creationId xmlns:a16="http://schemas.microsoft.com/office/drawing/2014/main" id="{2324E7C1-FACF-4FB6-B67A-D25BF63B9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314" y="2502915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Image result for cat">
            <a:extLst>
              <a:ext uri="{FF2B5EF4-FFF2-40B4-BE49-F238E27FC236}">
                <a16:creationId xmlns:a16="http://schemas.microsoft.com/office/drawing/2014/main" id="{0CA76D65-8129-4B2C-9E70-7BAA1F236C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4" r="21173"/>
          <a:stretch/>
        </p:blipFill>
        <p:spPr bwMode="auto">
          <a:xfrm>
            <a:off x="1505836" y="4262877"/>
            <a:ext cx="1367763" cy="1906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Image result for cat">
            <a:extLst>
              <a:ext uri="{FF2B5EF4-FFF2-40B4-BE49-F238E27FC236}">
                <a16:creationId xmlns:a16="http://schemas.microsoft.com/office/drawing/2014/main" id="{91F74044-D2E6-4777-80B0-D454AB62E2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4" r="21173"/>
          <a:stretch/>
        </p:blipFill>
        <p:spPr bwMode="auto">
          <a:xfrm>
            <a:off x="178008" y="4262877"/>
            <a:ext cx="1367763" cy="1906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Image result for rats png">
            <a:extLst>
              <a:ext uri="{FF2B5EF4-FFF2-40B4-BE49-F238E27FC236}">
                <a16:creationId xmlns:a16="http://schemas.microsoft.com/office/drawing/2014/main" id="{13B210A2-92D0-4C52-8B90-85BDD2D88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486" y="4494013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 descr="Image result for rats png">
            <a:extLst>
              <a:ext uri="{FF2B5EF4-FFF2-40B4-BE49-F238E27FC236}">
                <a16:creationId xmlns:a16="http://schemas.microsoft.com/office/drawing/2014/main" id="{3FF8448A-49A6-49E0-B8F4-E05350D37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314" y="4494013"/>
            <a:ext cx="2655655" cy="14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253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Image result for airplane 1950s png">
            <a:extLst>
              <a:ext uri="{FF2B5EF4-FFF2-40B4-BE49-F238E27FC236}">
                <a16:creationId xmlns:a16="http://schemas.microsoft.com/office/drawing/2014/main" id="{D1CE10E7-98A7-4786-A9F5-24AB6987A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31381" y="1925692"/>
            <a:ext cx="5246914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cat">
            <a:extLst>
              <a:ext uri="{FF2B5EF4-FFF2-40B4-BE49-F238E27FC236}">
                <a16:creationId xmlns:a16="http://schemas.microsoft.com/office/drawing/2014/main" id="{E1706D3F-498F-49F3-832A-74D472B807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4" r="21173"/>
          <a:stretch/>
        </p:blipFill>
        <p:spPr bwMode="auto">
          <a:xfrm>
            <a:off x="2369415" y="2565369"/>
            <a:ext cx="1238864" cy="172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parachute png">
            <a:extLst>
              <a:ext uri="{FF2B5EF4-FFF2-40B4-BE49-F238E27FC236}">
                <a16:creationId xmlns:a16="http://schemas.microsoft.com/office/drawing/2014/main" id="{EE03A4DB-3877-44F1-8FDD-FCA093E4E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449" y="641998"/>
            <a:ext cx="2228795" cy="1923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66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85185E-6 L 0.6556 -0.3847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773" y="-19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0 L 0.28021 0 C 0.4056 0 0.56042 0.10602 0.56042 0.19236 L 0.56042 0.38472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21" y="1923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0 L 0.28021 0 C 0.4056 0 0.56042 0.10602 0.56042 0.19236 L 0.56042 0.38472 " pathEditMode="relative" rAng="0" ptsTypes="AAAA">
                                      <p:cBhvr>
                                        <p:cTn id="12" dur="2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21" y="1923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Ronald Lethcoe</dc:creator>
  <cp:lastModifiedBy>Ronald Lethcoe</cp:lastModifiedBy>
  <cp:revision>12</cp:revision>
  <dcterms:created xsi:type="dcterms:W3CDTF">2019-10-25T00:59:12Z</dcterms:created>
  <dcterms:modified xsi:type="dcterms:W3CDTF">2019-11-22T02:13:46Z</dcterms:modified>
</cp:coreProperties>
</file>