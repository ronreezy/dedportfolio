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18" r:id="rId2"/>
    <p:sldId id="323" r:id="rId3"/>
    <p:sldId id="257" r:id="rId4"/>
    <p:sldId id="325" r:id="rId5"/>
    <p:sldId id="328" r:id="rId6"/>
    <p:sldId id="307" r:id="rId7"/>
    <p:sldId id="329" r:id="rId8"/>
    <p:sldId id="309" r:id="rId9"/>
    <p:sldId id="324" r:id="rId10"/>
    <p:sldId id="326" r:id="rId11"/>
    <p:sldId id="354" r:id="rId12"/>
    <p:sldId id="355" r:id="rId13"/>
    <p:sldId id="356" r:id="rId14"/>
    <p:sldId id="310" r:id="rId15"/>
    <p:sldId id="331" r:id="rId16"/>
    <p:sldId id="332" r:id="rId17"/>
    <p:sldId id="333" r:id="rId18"/>
    <p:sldId id="258" r:id="rId19"/>
    <p:sldId id="345" r:id="rId20"/>
    <p:sldId id="337" r:id="rId21"/>
    <p:sldId id="311" r:id="rId22"/>
    <p:sldId id="346" r:id="rId23"/>
    <p:sldId id="338" r:id="rId24"/>
    <p:sldId id="312" r:id="rId25"/>
    <p:sldId id="347" r:id="rId26"/>
    <p:sldId id="339" r:id="rId27"/>
    <p:sldId id="286" r:id="rId28"/>
    <p:sldId id="300" r:id="rId29"/>
    <p:sldId id="357" r:id="rId30"/>
    <p:sldId id="35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067"/>
    <a:srgbClr val="F5A870"/>
    <a:srgbClr val="C7BEE9"/>
    <a:srgbClr val="A78D72"/>
    <a:srgbClr val="542A36"/>
    <a:srgbClr val="706B55"/>
    <a:srgbClr val="A085FA"/>
    <a:srgbClr val="759497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8" autoAdjust="0"/>
    <p:restoredTop sz="94607" autoAdjust="0"/>
  </p:normalViewPr>
  <p:slideViewPr>
    <p:cSldViewPr snapToGrid="0">
      <p:cViewPr varScale="1">
        <p:scale>
          <a:sx n="101" d="100"/>
          <a:sy n="101" d="100"/>
        </p:scale>
        <p:origin x="85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E2267-2F36-4B05-88BA-68FCA4A4640C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BFD7A-0E0E-4DF8-B104-26A22B1B1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9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5041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DBFD7A-0E0E-4DF8-B104-26A22B1B1B4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11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Shape 1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750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B3F69-7CB0-4D62-93D6-7C7E21569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3CF50-B6D5-4B08-ACC1-6614BB58FA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6C583-862E-4751-B80A-74390BBC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CBDAA-CFD0-40BC-A1B7-3DDF67AA1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173F9-DC0A-451A-9374-4D619546D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14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8852-2925-409D-A73A-B31601CDB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3629A-775E-4DFE-B890-0885BCC63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C5301-3B58-4E34-8FED-A20D33BD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6551C-CF77-49A4-8981-A7C9E6CF6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C7836-9594-4AC7-9EDE-E2E0E8CE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1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7208A-00EE-4AAF-8C81-B0D674B2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4FF6C-1F25-49DD-ADB9-B48BB9FE7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9ADBD-7025-4371-BCDF-548927F7F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C1622-C885-42D4-A3D5-64737846B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76F9C-FE9A-4627-BC07-F6C0F7B83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84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59DD-96E6-4C48-A636-47D0E1C0C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4EDAE-3748-4CC8-81D5-46511C0F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0E597-060F-4709-8ECA-F05C85B80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164C1-3F81-49FA-AC7A-8787CC4AF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EFA57-6CFD-42B4-B1DE-47885A746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7F6B-75CA-4234-8793-865A7AB1F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8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D25C2-3219-40BD-BEAB-71FB3030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00872-F183-45F8-A7D4-DEF2EA2AF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F5D68-D685-4F19-8B0D-26D24404B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1D1EE4-912E-4FE0-B668-C49D341C2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948DAC-0AD4-4FE1-95F6-40C650003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45771A-A762-4DA3-873F-FAACE7A0D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7DE8EC-2952-4171-BEDF-FCD1EBFD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AA7B27-3FBB-4B80-B75A-1576B138C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70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248D-6BE0-45EA-BEA3-15FCBA0CF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BD9BD3-CA3A-4DB6-A453-65FFD724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AE217-7C75-402C-B7CC-5C34170B8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4658A-59AF-4706-ACDF-4C18F21D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E8341-5572-4F5F-924D-79C3B530E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49105-914B-4B08-9D60-7DC0F73C3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46E5F-3CFC-469C-AB48-CBFCEBD9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705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3E84F-8ACF-4C15-B16D-5FB16D80F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9BFD-217D-476F-8203-1148A5A8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D92A9-3564-4F08-B686-B68B03C409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CCD5C1-6252-4498-BA8E-633998707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21D2B9-0029-46D9-8057-C2EE4056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4454A-39B2-493F-B811-C5F690CDB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95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B2CEB-D646-4FBC-8AFD-DAD487D6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3399F-348D-4A54-B25C-07437010A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F71821-BCFE-44DA-BDB9-65FEC8548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0E9F-9F9D-4C3A-981D-9DB06BB8A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DAE25-08F8-4C4B-BEB7-ACAAFE2CA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C5B52-9F6B-4E33-9F20-2E991E722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C4E50-6DC8-4CD4-A512-ACD69E9B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49B6B-4893-4951-82F0-7CC227743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9ADAC-F03E-40A5-816F-2CF1271E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A4C71-B936-4FA0-87EF-173D0ACC3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1EF7-E514-455F-953A-4F7FDF91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84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8BCF0-D3CB-4F15-9CA6-0765D3FCD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BC185-BE12-4AEF-A929-3CCE8A56F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63714-FFA3-40A4-A005-7CC6517F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07DCBE-7558-49EC-886F-B985C64E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73576-7165-4F08-8732-2E6BA8D0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17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11296610" y="6217621"/>
            <a:ext cx="7315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7732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B79B0-2E55-4D76-A77F-6CF4B22BD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7583E-51D2-451E-8DC7-5864853B9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4AA86-C6E6-40C4-B317-C88616E94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2DBFF-A2C7-4C7D-A328-9290CF422F19}" type="datetimeFigureOut">
              <a:rPr lang="en-US" smtClean="0"/>
              <a:t>8/18/2018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66409-FC35-4693-99E8-F0312B213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634C2-982E-4697-8863-8B3E91CF4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5C426-569B-4A84-A03A-572DF41B76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73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g"/><Relationship Id="rId18" Type="http://schemas.openxmlformats.org/officeDocument/2006/relationships/image" Target="../media/image2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12" Type="http://schemas.openxmlformats.org/officeDocument/2006/relationships/image" Target="../media/image20.jpg"/><Relationship Id="rId17" Type="http://schemas.openxmlformats.org/officeDocument/2006/relationships/image" Target="../media/image25.jpg"/><Relationship Id="rId2" Type="http://schemas.openxmlformats.org/officeDocument/2006/relationships/image" Target="../media/image10.png"/><Relationship Id="rId16" Type="http://schemas.openxmlformats.org/officeDocument/2006/relationships/image" Target="../media/image24.jp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5" Type="http://schemas.openxmlformats.org/officeDocument/2006/relationships/image" Target="../media/image23.jpg"/><Relationship Id="rId10" Type="http://schemas.openxmlformats.org/officeDocument/2006/relationships/image" Target="../media/image18.jpg"/><Relationship Id="rId19" Type="http://schemas.openxmlformats.org/officeDocument/2006/relationships/image" Target="../media/image27.jpg"/><Relationship Id="rId4" Type="http://schemas.openxmlformats.org/officeDocument/2006/relationships/image" Target="../media/image12.png"/><Relationship Id="rId9" Type="http://schemas.openxmlformats.org/officeDocument/2006/relationships/image" Target="../media/image17.jpg"/><Relationship Id="rId1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g"/><Relationship Id="rId18" Type="http://schemas.openxmlformats.org/officeDocument/2006/relationships/image" Target="../media/image26.png"/><Relationship Id="rId3" Type="http://schemas.openxmlformats.org/officeDocument/2006/relationships/image" Target="../media/image11.jpg"/><Relationship Id="rId7" Type="http://schemas.openxmlformats.org/officeDocument/2006/relationships/image" Target="../media/image15.png"/><Relationship Id="rId12" Type="http://schemas.openxmlformats.org/officeDocument/2006/relationships/image" Target="../media/image20.jpg"/><Relationship Id="rId17" Type="http://schemas.openxmlformats.org/officeDocument/2006/relationships/image" Target="../media/image25.jpg"/><Relationship Id="rId2" Type="http://schemas.openxmlformats.org/officeDocument/2006/relationships/image" Target="../media/image10.png"/><Relationship Id="rId16" Type="http://schemas.openxmlformats.org/officeDocument/2006/relationships/image" Target="../media/image24.jp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5" Type="http://schemas.openxmlformats.org/officeDocument/2006/relationships/image" Target="../media/image23.jpg"/><Relationship Id="rId10" Type="http://schemas.openxmlformats.org/officeDocument/2006/relationships/image" Target="../media/image18.jpg"/><Relationship Id="rId19" Type="http://schemas.openxmlformats.org/officeDocument/2006/relationships/image" Target="../media/image27.jpg"/><Relationship Id="rId4" Type="http://schemas.openxmlformats.org/officeDocument/2006/relationships/image" Target="../media/image12.png"/><Relationship Id="rId9" Type="http://schemas.openxmlformats.org/officeDocument/2006/relationships/image" Target="../media/image17.jpg"/><Relationship Id="rId14" Type="http://schemas.openxmlformats.org/officeDocument/2006/relationships/image" Target="../media/image2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g"/><Relationship Id="rId13" Type="http://schemas.openxmlformats.org/officeDocument/2006/relationships/image" Target="../media/image42.jpg"/><Relationship Id="rId18" Type="http://schemas.openxmlformats.org/officeDocument/2006/relationships/image" Target="../media/image47.jpg"/><Relationship Id="rId3" Type="http://schemas.openxmlformats.org/officeDocument/2006/relationships/image" Target="../media/image32.jpg"/><Relationship Id="rId21" Type="http://schemas.openxmlformats.org/officeDocument/2006/relationships/image" Target="../media/image50.jpg"/><Relationship Id="rId7" Type="http://schemas.openxmlformats.org/officeDocument/2006/relationships/image" Target="../media/image36.jpg"/><Relationship Id="rId12" Type="http://schemas.openxmlformats.org/officeDocument/2006/relationships/image" Target="../media/image41.jpg"/><Relationship Id="rId17" Type="http://schemas.openxmlformats.org/officeDocument/2006/relationships/image" Target="../media/image46.jpg"/><Relationship Id="rId2" Type="http://schemas.openxmlformats.org/officeDocument/2006/relationships/image" Target="../media/image31.jpg"/><Relationship Id="rId16" Type="http://schemas.openxmlformats.org/officeDocument/2006/relationships/image" Target="../media/image45.jpg"/><Relationship Id="rId20" Type="http://schemas.openxmlformats.org/officeDocument/2006/relationships/image" Target="../media/image4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11" Type="http://schemas.openxmlformats.org/officeDocument/2006/relationships/image" Target="../media/image40.jpg"/><Relationship Id="rId5" Type="http://schemas.openxmlformats.org/officeDocument/2006/relationships/image" Target="../media/image34.jpg"/><Relationship Id="rId15" Type="http://schemas.openxmlformats.org/officeDocument/2006/relationships/image" Target="../media/image44.jpg"/><Relationship Id="rId10" Type="http://schemas.openxmlformats.org/officeDocument/2006/relationships/image" Target="../media/image39.jpg"/><Relationship Id="rId19" Type="http://schemas.openxmlformats.org/officeDocument/2006/relationships/image" Target="../media/image48.jpg"/><Relationship Id="rId4" Type="http://schemas.openxmlformats.org/officeDocument/2006/relationships/image" Target="../media/image33.jpg"/><Relationship Id="rId9" Type="http://schemas.openxmlformats.org/officeDocument/2006/relationships/image" Target="../media/image38.jpg"/><Relationship Id="rId14" Type="http://schemas.openxmlformats.org/officeDocument/2006/relationships/image" Target="../media/image43.jpg"/><Relationship Id="rId22" Type="http://schemas.openxmlformats.org/officeDocument/2006/relationships/image" Target="../media/image5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2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g"/><Relationship Id="rId5" Type="http://schemas.openxmlformats.org/officeDocument/2006/relationships/image" Target="../media/image61.png"/><Relationship Id="rId4" Type="http://schemas.openxmlformats.org/officeDocument/2006/relationships/image" Target="../media/image63.jp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0.PNG"/><Relationship Id="rId11" Type="http://schemas.microsoft.com/office/2007/relationships/hdphoto" Target="../media/hdphoto1.wdp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audio" Target="../media/media2.mp3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microsoft.com/office/2007/relationships/media" Target="../media/media2.mp3"/><Relationship Id="rId1" Type="http://schemas.openxmlformats.org/officeDocument/2006/relationships/tags" Target="../tags/tag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7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C0999A-6113-428E-9D02-DDAF952D76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1" t="35871" r="2173" b="6063"/>
          <a:stretch/>
        </p:blipFill>
        <p:spPr>
          <a:xfrm>
            <a:off x="0" y="-271220"/>
            <a:ext cx="12192000" cy="71292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0F6001-AD0C-4027-9A7C-A459F5DABF3D}"/>
              </a:ext>
            </a:extLst>
          </p:cNvPr>
          <p:cNvSpPr txBox="1"/>
          <p:nvPr/>
        </p:nvSpPr>
        <p:spPr>
          <a:xfrm>
            <a:off x="3619500" y="2139228"/>
            <a:ext cx="4952999" cy="2308324"/>
          </a:xfrm>
          <a:prstGeom prst="rect">
            <a:avLst/>
          </a:prstGeom>
          <a:solidFill>
            <a:srgbClr val="00B0F0">
              <a:alpha val="79000"/>
            </a:srgbClr>
          </a:solidFill>
          <a:ln w="38100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Welcome to Pokemon Training</a:t>
            </a:r>
          </a:p>
        </p:txBody>
      </p:sp>
    </p:spTree>
    <p:extLst>
      <p:ext uri="{BB962C8B-B14F-4D97-AF65-F5344CB8AC3E}">
        <p14:creationId xmlns:p14="http://schemas.microsoft.com/office/powerpoint/2010/main" val="646362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okemon Intro">
            <a:hlinkClick r:id="" action="ppaction://media"/>
            <a:extLst>
              <a:ext uri="{FF2B5EF4-FFF2-40B4-BE49-F238E27FC236}">
                <a16:creationId xmlns:a16="http://schemas.microsoft.com/office/drawing/2014/main" id="{F2A3FD9F-1998-4CEF-ABDC-0F28973DC55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906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2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E4576-2BAE-4607-BE86-9BDC286DB8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8070" r="7" b="3132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27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C874096-9EF9-45ED-8F02-4B2B9C25D2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8070" r="7" b="3132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Hi!</a:t>
            </a:r>
            <a:r>
              <a:rPr lang="e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 My name is Ash.</a:t>
            </a:r>
          </a:p>
          <a:p>
            <a:pPr marL="3657600" lvl="8" indent="0">
              <a:buNone/>
            </a:pPr>
            <a:r>
              <a:rPr lang="e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 </a:t>
            </a: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want to be the best trainer.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 want the strongest Pokemon.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ADD30-566D-43E5-B881-70B390A41F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65" t="1" r="-1" b="38899"/>
          <a:stretch/>
        </p:blipFill>
        <p:spPr>
          <a:xfrm>
            <a:off x="0" y="2050095"/>
            <a:ext cx="3519638" cy="480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0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E4576-2BAE-4607-BE86-9BDC286DB8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8070" r="7" b="3132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C33A969D-F38D-4C63-90DB-24619D42BA9E}"/>
              </a:ext>
            </a:extLst>
          </p:cNvPr>
          <p:cNvSpPr/>
          <p:nvPr/>
        </p:nvSpPr>
        <p:spPr>
          <a:xfrm>
            <a:off x="2220685" y="4349931"/>
            <a:ext cx="4428309" cy="1436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Visit Professor Oak</a:t>
            </a:r>
          </a:p>
        </p:txBody>
      </p:sp>
    </p:spTree>
    <p:extLst>
      <p:ext uri="{BB962C8B-B14F-4D97-AF65-F5344CB8AC3E}">
        <p14:creationId xmlns:p14="http://schemas.microsoft.com/office/powerpoint/2010/main" val="3749414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C8E14-10A5-4F61-910D-3327C38578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3" t="11368" r="6491" b="3629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Hello! My name is Professor Oak.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Welcome to Pokemon Training.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 will help you learn English.</a:t>
            </a:r>
          </a:p>
        </p:txBody>
      </p:sp>
      <p:pic>
        <p:nvPicPr>
          <p:cNvPr id="1028" name="Picture 4" descr="File:FireRed LeafGreen Professor Oak.png">
            <a:extLst>
              <a:ext uri="{FF2B5EF4-FFF2-40B4-BE49-F238E27FC236}">
                <a16:creationId xmlns:a16="http://schemas.microsoft.com/office/drawing/2014/main" id="{50C946CA-E1E3-4986-B3FB-BCE324C01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253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9047A-4506-41EF-9EDC-D8BD0A157E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8" b="2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File:Ash SM.png">
            <a:extLst>
              <a:ext uri="{FF2B5EF4-FFF2-40B4-BE49-F238E27FC236}">
                <a16:creationId xmlns:a16="http://schemas.microsoft.com/office/drawing/2014/main" id="{D2A62D7E-C4D5-402A-B38E-8F52F3438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9" y="4483186"/>
            <a:ext cx="34548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hape 114">
            <a:extLst>
              <a:ext uri="{FF2B5EF4-FFF2-40B4-BE49-F238E27FC236}">
                <a16:creationId xmlns:a16="http://schemas.microsoft.com/office/drawing/2014/main" id="{63914EA5-EDBC-4C9C-9B92-EA720D71B820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There are many Pokemon in Kanto.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You can befriend them.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You can train them.</a:t>
            </a:r>
          </a:p>
        </p:txBody>
      </p:sp>
      <p:pic>
        <p:nvPicPr>
          <p:cNvPr id="5" name="Picture 4" descr="File:FireRed LeafGreen Professor Oak.png">
            <a:extLst>
              <a:ext uri="{FF2B5EF4-FFF2-40B4-BE49-F238E27FC236}">
                <a16:creationId xmlns:a16="http://schemas.microsoft.com/office/drawing/2014/main" id="{574E02E9-E23C-4759-B218-D8023D3278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514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79047A-4506-41EF-9EDC-D8BD0A157E8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78" b="2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File:Ash SM.png">
            <a:extLst>
              <a:ext uri="{FF2B5EF4-FFF2-40B4-BE49-F238E27FC236}">
                <a16:creationId xmlns:a16="http://schemas.microsoft.com/office/drawing/2014/main" id="{D2A62D7E-C4D5-402A-B38E-8F52F3438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289" y="4483186"/>
            <a:ext cx="345480" cy="85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219166F6-3BE3-4E58-8C93-728BF4753588}"/>
              </a:ext>
            </a:extLst>
          </p:cNvPr>
          <p:cNvSpPr/>
          <p:nvPr/>
        </p:nvSpPr>
        <p:spPr>
          <a:xfrm flipH="1">
            <a:off x="4428307" y="4193353"/>
            <a:ext cx="4480561" cy="1436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This is you.</a:t>
            </a:r>
          </a:p>
        </p:txBody>
      </p:sp>
    </p:spTree>
    <p:extLst>
      <p:ext uri="{BB962C8B-B14F-4D97-AF65-F5344CB8AC3E}">
        <p14:creationId xmlns:p14="http://schemas.microsoft.com/office/powerpoint/2010/main" val="284289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B33C3E8-3B47-4D5C-B174-22AC66C681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This is Lance.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He is the best trainer.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He has the strongest Pokemon.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He has the rarest Pokemon.</a:t>
            </a:r>
            <a:endParaRPr lang="e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oint by PizzaDude" panose="00000400000000000000" pitchFamily="2" charset="0"/>
            </a:endParaRPr>
          </a:p>
        </p:txBody>
      </p:sp>
      <p:pic>
        <p:nvPicPr>
          <p:cNvPr id="13" name="Picture 4" descr="File:FireRed LeafGreen Professor Oak.png">
            <a:extLst>
              <a:ext uri="{FF2B5EF4-FFF2-40B4-BE49-F238E27FC236}">
                <a16:creationId xmlns:a16="http://schemas.microsoft.com/office/drawing/2014/main" id="{C803A8DE-1F58-4AEE-BF2E-629FA535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17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B10EC684-AF37-4851-8EC9-F9535DBCA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357" y="0"/>
            <a:ext cx="2077870" cy="288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A84C48B-4771-4124-9AF5-3E2AFEF4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95" y="0"/>
            <a:ext cx="2077870" cy="2880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C2720CF-0DB3-4637-A4CC-A65786FE9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032" y="0"/>
            <a:ext cx="2077870" cy="288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9ED41DC-303F-4E5E-9A0C-955B992E4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623" y="0"/>
            <a:ext cx="2077870" cy="2880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DE1AC61-355B-4F7C-A66D-B701A36BF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054" y="0"/>
            <a:ext cx="2077870" cy="288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DEC1A81-C2FC-42FE-94E2-53871E8E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354" y="0"/>
            <a:ext cx="2077870" cy="2880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EDB4A24-8CC5-448E-BFDC-9A620771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60" y="2752235"/>
            <a:ext cx="2077870" cy="2880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210AF7F-DCB0-4CF4-882C-B53366678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236" y="2752235"/>
            <a:ext cx="2077870" cy="288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942C399-1966-4BE8-88D4-A1B85A97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786" y="2752235"/>
            <a:ext cx="2077870" cy="2880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3953146-B566-4406-86DB-485210B70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20" y="2752235"/>
            <a:ext cx="2077870" cy="2880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EBE4A74-7DB4-4EE7-A074-4A131C71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52" y="2752235"/>
            <a:ext cx="2077870" cy="288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D757B02-FB6C-435D-86EB-9775CA1B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393" y="2818800"/>
            <a:ext cx="2077870" cy="2880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1AE28B8-53CA-4EE4-A0B9-20727E8B8C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2022236" y="5632235"/>
            <a:ext cx="2077870" cy="120788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A126ECA-2845-4CB5-8635-A9BA23F1BE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4059786" y="5632235"/>
            <a:ext cx="2077870" cy="120788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0717E74-BB89-4071-ACEF-3A4596BA56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6097920" y="5632235"/>
            <a:ext cx="2077870" cy="12078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F89FB2E-5154-4D14-A2AE-EA78A01F2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8132652" y="5632235"/>
            <a:ext cx="2077870" cy="120788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078715E-A783-453D-B66D-B73322425E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10133393" y="5643860"/>
            <a:ext cx="2077870" cy="12078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DB64CAE-B48F-4921-91E5-C695167832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15"/>
          <a:stretch/>
        </p:blipFill>
        <p:spPr>
          <a:xfrm>
            <a:off x="2037550" y="5792230"/>
            <a:ext cx="2037551" cy="10478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DE523F2-E85B-434B-9A60-4B27F0B48F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94"/>
          <a:stretch/>
        </p:blipFill>
        <p:spPr>
          <a:xfrm>
            <a:off x="4097868" y="5792230"/>
            <a:ext cx="2037551" cy="10657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6FC24E2-DE94-4D8B-AA61-96644DFE82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48"/>
          <a:stretch/>
        </p:blipFill>
        <p:spPr>
          <a:xfrm>
            <a:off x="6135420" y="5776502"/>
            <a:ext cx="2037551" cy="10814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68DB4C0-AD1F-44B1-AEA1-B56AF5266CA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5"/>
          <a:stretch/>
        </p:blipFill>
        <p:spPr>
          <a:xfrm>
            <a:off x="8172971" y="5760000"/>
            <a:ext cx="2037551" cy="1098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7726799-B044-46F0-97C3-BD15E47C31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5"/>
          <a:stretch/>
        </p:blipFill>
        <p:spPr>
          <a:xfrm>
            <a:off x="10187750" y="5760000"/>
            <a:ext cx="2037551" cy="109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F244F-74F7-4E46-B85C-40943366F1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37550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CA38E6-A014-4AB1-B341-E61700443E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751" y="2880000"/>
            <a:ext cx="2037551" cy="28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271FA8-6530-4C95-A411-5896C2AAB1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099" y="2880000"/>
            <a:ext cx="2037551" cy="28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39FFA-084A-46CC-957D-BF3BE2BCBD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807" y="2880000"/>
            <a:ext cx="2037551" cy="28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48A13C-EFF6-4D7E-83D0-3827C9FAC2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43" y="2880000"/>
            <a:ext cx="2037551" cy="28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A0B224-FF0D-4D0A-8C8A-8F6D8FBFA3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01" y="0"/>
            <a:ext cx="2037551" cy="28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AE0CE5-0A1E-4F5C-B73B-5E4EEE4E40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651" y="0"/>
            <a:ext cx="2037551" cy="28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C192B2-6C87-4D24-9739-4B1B57D880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100" y="0"/>
            <a:ext cx="2037551" cy="28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3B5734-7345-44A4-9A56-9791B42435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550" y="0"/>
            <a:ext cx="2037551" cy="28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7ABAB4-5252-4962-BF58-362216FF579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752" y="0"/>
            <a:ext cx="2037551" cy="28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612AEA-AF82-4585-97DD-94D3A06BB8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99" y="2880000"/>
            <a:ext cx="2037551" cy="28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5522DA-A39C-4E9A-9D4B-03C4FEC32F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677" y="2880000"/>
            <a:ext cx="2037551" cy="288000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-29460" y="4192234"/>
            <a:ext cx="12247742" cy="2665766"/>
          </a:xfrm>
          <a:prstGeom prst="rect">
            <a:avLst/>
          </a:prstGeom>
          <a:solidFill>
            <a:srgbClr val="542A36">
              <a:alpha val="74000"/>
            </a:srgb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PROFESSOR OAK!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There is an emergency</a:t>
            </a:r>
            <a:r>
              <a:rPr lang="e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.</a:t>
            </a:r>
          </a:p>
          <a:p>
            <a:pPr marL="3657600" lvl="8" indent="0">
              <a:buNone/>
            </a:pPr>
            <a:r>
              <a:rPr lang="e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All of my Pokemon are missing.</a:t>
            </a:r>
          </a:p>
          <a:p>
            <a:pPr marL="3657600" lvl="8" indent="0">
              <a:buNone/>
            </a:pPr>
            <a:r>
              <a:rPr lang="en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Can you help me find them?</a:t>
            </a:r>
            <a:endParaRPr 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oint by PizzaDude" panose="000004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522A7B-4CA5-4011-A207-38F7564DECF3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4" b="37601"/>
          <a:stretch/>
        </p:blipFill>
        <p:spPr>
          <a:xfrm>
            <a:off x="-28858" y="1790941"/>
            <a:ext cx="3147460" cy="505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82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00"/>
                            </p:stCondLst>
                            <p:childTnLst>
                              <p:par>
                                <p:cTn id="19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500"/>
                            </p:stCondLst>
                            <p:childTnLst>
                              <p:par>
                                <p:cTn id="20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00"/>
                            </p:stCondLst>
                            <p:childTnLst>
                              <p:par>
                                <p:cTn id="21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500"/>
                            </p:stCondLst>
                            <p:childTnLst>
                              <p:par>
                                <p:cTn id="23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00"/>
                            </p:stCondLst>
                            <p:childTnLst>
                              <p:par>
                                <p:cTn id="244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B10EC684-AF37-4851-8EC9-F9535DBCA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357" y="0"/>
            <a:ext cx="2077870" cy="2880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A84C48B-4771-4124-9AF5-3E2AFEF4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95" y="0"/>
            <a:ext cx="2077870" cy="2880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DC2720CF-0DB3-4637-A4CC-A65786FE9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9032" y="0"/>
            <a:ext cx="2077870" cy="28800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C9ED41DC-303F-4E5E-9A0C-955B992E4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623" y="0"/>
            <a:ext cx="2077870" cy="28800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DE1AC61-355B-4F7C-A66D-B701A36BF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054" y="0"/>
            <a:ext cx="2077870" cy="288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DEC1A81-C2FC-42FE-94E2-53871E8E2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354" y="0"/>
            <a:ext cx="2077870" cy="2880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EDB4A24-8CC5-448E-BFDC-9A6207710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460" y="2752235"/>
            <a:ext cx="2077870" cy="2880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210AF7F-DCB0-4CF4-882C-B53366678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236" y="2752235"/>
            <a:ext cx="2077870" cy="288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942C399-1966-4BE8-88D4-A1B85A97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786" y="2752235"/>
            <a:ext cx="2077870" cy="28800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3953146-B566-4406-86DB-485210B70D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7920" y="2752235"/>
            <a:ext cx="2077870" cy="2880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EBE4A74-7DB4-4EE7-A074-4A131C719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652" y="2752235"/>
            <a:ext cx="2077870" cy="28800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5D757B02-FB6C-435D-86EB-9775CA1B9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393" y="2818800"/>
            <a:ext cx="2077870" cy="288000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A1AE28B8-53CA-4EE4-A0B9-20727E8B8C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2022236" y="5632235"/>
            <a:ext cx="2077870" cy="120788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A126ECA-2845-4CB5-8635-A9BA23F1BE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4059786" y="5632235"/>
            <a:ext cx="2077870" cy="120788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0717E74-BB89-4071-ACEF-3A4596BA56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6097920" y="5632235"/>
            <a:ext cx="2077870" cy="120788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7F89FB2E-5154-4D14-A2AE-EA78A01F2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8132652" y="5632235"/>
            <a:ext cx="2077870" cy="120788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078715E-A783-453D-B66D-B73322425E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060"/>
          <a:stretch/>
        </p:blipFill>
        <p:spPr>
          <a:xfrm>
            <a:off x="10133393" y="5643860"/>
            <a:ext cx="2077870" cy="120788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DB64CAE-B48F-4921-91E5-C695167832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615"/>
          <a:stretch/>
        </p:blipFill>
        <p:spPr>
          <a:xfrm>
            <a:off x="2037550" y="5792230"/>
            <a:ext cx="2037551" cy="10478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DE523F2-E85B-434B-9A60-4B27F0B48F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94"/>
          <a:stretch/>
        </p:blipFill>
        <p:spPr>
          <a:xfrm>
            <a:off x="4097868" y="5792230"/>
            <a:ext cx="2037551" cy="106577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36FC24E2-DE94-4D8B-AA61-96644DFE82A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48"/>
          <a:stretch/>
        </p:blipFill>
        <p:spPr>
          <a:xfrm>
            <a:off x="6135420" y="5776502"/>
            <a:ext cx="2037551" cy="108149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68DB4C0-AD1F-44B1-AEA1-B56AF5266CA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5"/>
          <a:stretch/>
        </p:blipFill>
        <p:spPr>
          <a:xfrm>
            <a:off x="8172971" y="5760000"/>
            <a:ext cx="2037551" cy="1098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7726799-B044-46F0-97C3-BD15E47C310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875"/>
          <a:stretch/>
        </p:blipFill>
        <p:spPr>
          <a:xfrm>
            <a:off x="10187750" y="5760000"/>
            <a:ext cx="2037551" cy="109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F244F-74F7-4E46-B85C-40943366F1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37550" cy="288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CA38E6-A014-4AB1-B341-E61700443E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751" y="2880000"/>
            <a:ext cx="2037551" cy="288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6271FA8-6530-4C95-A411-5896C2AAB1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099" y="2880000"/>
            <a:ext cx="2037551" cy="288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C439FFA-084A-46CC-957D-BF3BE2BCBD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807" y="2880000"/>
            <a:ext cx="2037551" cy="288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48A13C-EFF6-4D7E-83D0-3827C9FAC2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43" y="2880000"/>
            <a:ext cx="2037551" cy="288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A0B224-FF0D-4D0A-8C8A-8F6D8FBFA3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201" y="0"/>
            <a:ext cx="2037551" cy="288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5AE0CE5-0A1E-4F5C-B73B-5E4EEE4E40A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651" y="0"/>
            <a:ext cx="2037551" cy="288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1C192B2-6C87-4D24-9739-4B1B57D880B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100" y="0"/>
            <a:ext cx="2037551" cy="288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53B5734-7345-44A4-9A56-9791B42435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550" y="0"/>
            <a:ext cx="2037551" cy="288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77ABAB4-5252-4962-BF58-362216FF579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752" y="0"/>
            <a:ext cx="2037551" cy="288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D612AEA-AF82-4585-97DD-94D3A06BB8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0199" y="2880000"/>
            <a:ext cx="2037551" cy="2880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35522DA-A39C-4E9A-9D4B-03C4FEC32F4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677" y="2880000"/>
            <a:ext cx="2037551" cy="2880000"/>
          </a:xfrm>
          <a:prstGeom prst="rect">
            <a:avLst/>
          </a:prstGeom>
        </p:spPr>
      </p:pic>
      <p:sp>
        <p:nvSpPr>
          <p:cNvPr id="39" name="Shape 114">
            <a:extLst>
              <a:ext uri="{FF2B5EF4-FFF2-40B4-BE49-F238E27FC236}">
                <a16:creationId xmlns:a16="http://schemas.microsoft.com/office/drawing/2014/main" id="{29232608-10C9-4754-AEFD-AE8BABD454FD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Many strong Pokemon are missing.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Can you find the missing Pokemon?</a:t>
            </a:r>
          </a:p>
        </p:txBody>
      </p:sp>
      <p:pic>
        <p:nvPicPr>
          <p:cNvPr id="41" name="Picture 4" descr="File:FireRed LeafGreen Professor Oak.png">
            <a:extLst>
              <a:ext uri="{FF2B5EF4-FFF2-40B4-BE49-F238E27FC236}">
                <a16:creationId xmlns:a16="http://schemas.microsoft.com/office/drawing/2014/main" id="{CFA6B159-D7D1-4B14-A599-57E0D459C9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795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500"/>
                            </p:stCondLst>
                            <p:childTnLst>
                              <p:par>
                                <p:cTn id="81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000"/>
                            </p:stCondLst>
                            <p:childTnLst>
                              <p:par>
                                <p:cTn id="8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000"/>
                            </p:stCondLst>
                            <p:childTnLst>
                              <p:par>
                                <p:cTn id="9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0"/>
                            </p:stCondLst>
                            <p:childTnLst>
                              <p:par>
                                <p:cTn id="105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000"/>
                            </p:stCondLst>
                            <p:childTnLst>
                              <p:par>
                                <p:cTn id="1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500"/>
                            </p:stCondLst>
                            <p:childTnLst>
                              <p:par>
                                <p:cTn id="117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3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9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1000"/>
                            </p:stCondLst>
                            <p:childTnLst>
                              <p:par>
                                <p:cTn id="13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1500"/>
                            </p:stCondLst>
                            <p:childTnLst>
                              <p:par>
                                <p:cTn id="141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14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53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5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3500"/>
                            </p:stCondLst>
                            <p:childTnLst>
                              <p:par>
                                <p:cTn id="165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14000"/>
                            </p:stCondLst>
                            <p:childTnLst>
                              <p:par>
                                <p:cTn id="17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77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9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5000"/>
                            </p:stCondLst>
                            <p:childTnLst>
                              <p:par>
                                <p:cTn id="183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89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9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16500"/>
                            </p:stCondLst>
                            <p:childTnLst>
                              <p:par>
                                <p:cTn id="201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7000"/>
                            </p:stCondLst>
                            <p:childTnLst>
                              <p:par>
                                <p:cTn id="20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7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42B1FB-D6D8-42F3-AF4E-31951DA79D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27" t="93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First, choose a Pokemon.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They can help you befriend more!</a:t>
            </a:r>
          </a:p>
        </p:txBody>
      </p:sp>
      <p:pic>
        <p:nvPicPr>
          <p:cNvPr id="13" name="Picture 4" descr="File:FireRed LeafGreen Professor Oak.png">
            <a:extLst>
              <a:ext uri="{FF2B5EF4-FFF2-40B4-BE49-F238E27FC236}">
                <a16:creationId xmlns:a16="http://schemas.microsoft.com/office/drawing/2014/main" id="{C803A8DE-1F58-4AEE-BF2E-629FA535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06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When you participate in class, you get XP.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When you get enough XP, your Pokemon can level up!</a:t>
            </a:r>
          </a:p>
        </p:txBody>
      </p:sp>
      <p:pic>
        <p:nvPicPr>
          <p:cNvPr id="13" name="Picture 4" descr="File:FireRed LeafGreen Professor Oak.png">
            <a:extLst>
              <a:ext uri="{FF2B5EF4-FFF2-40B4-BE49-F238E27FC236}">
                <a16:creationId xmlns:a16="http://schemas.microsoft.com/office/drawing/2014/main" id="{C803A8DE-1F58-4AEE-BF2E-629FA535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48B155-617C-474E-A1A9-DCF39D5DD4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294" y="712037"/>
            <a:ext cx="2266678" cy="320573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C707FE1-9E8B-493F-A1F9-56D2CC12F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936395"/>
              </p:ext>
            </p:extLst>
          </p:nvPr>
        </p:nvGraphicFramePr>
        <p:xfrm>
          <a:off x="5588633" y="712036"/>
          <a:ext cx="930448" cy="320573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1883">
                  <a:extLst>
                    <a:ext uri="{9D8B030D-6E8A-4147-A177-3AD203B41FA5}">
                      <a16:colId xmlns:a16="http://schemas.microsoft.com/office/drawing/2014/main" val="1991240566"/>
                    </a:ext>
                  </a:extLst>
                </a:gridCol>
                <a:gridCol w="618565">
                  <a:extLst>
                    <a:ext uri="{9D8B030D-6E8A-4147-A177-3AD203B41FA5}">
                      <a16:colId xmlns:a16="http://schemas.microsoft.com/office/drawing/2014/main" val="3743932379"/>
                    </a:ext>
                  </a:extLst>
                </a:gridCol>
              </a:tblGrid>
              <a:tr h="16028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LVL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1</a:t>
                      </a:r>
                      <a:endParaRPr lang="en-US" sz="4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330351"/>
                  </a:ext>
                </a:extLst>
              </a:tr>
              <a:tr h="16028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XP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0</a:t>
                      </a:r>
                      <a:endParaRPr lang="en-US" sz="40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0477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BF631A-3212-4E45-9D38-897774F086BD}"/>
              </a:ext>
            </a:extLst>
          </p:cNvPr>
          <p:cNvSpPr txBox="1"/>
          <p:nvPr/>
        </p:nvSpPr>
        <p:spPr>
          <a:xfrm>
            <a:off x="3311668" y="250370"/>
            <a:ext cx="3198448" cy="461665"/>
          </a:xfrm>
          <a:prstGeom prst="rect">
            <a:avLst/>
          </a:prstGeom>
          <a:solidFill>
            <a:srgbClr val="F9E067"/>
          </a:solidFill>
          <a:ln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Ash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DC30446-D73D-4774-947B-1D405E6623D1}"/>
              </a:ext>
            </a:extLst>
          </p:cNvPr>
          <p:cNvSpPr/>
          <p:nvPr/>
        </p:nvSpPr>
        <p:spPr>
          <a:xfrm flipH="1">
            <a:off x="6555764" y="808011"/>
            <a:ext cx="5246768" cy="1436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This is your level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D2AB668-F89D-44F3-A82C-077F7876EE4F}"/>
              </a:ext>
            </a:extLst>
          </p:cNvPr>
          <p:cNvSpPr/>
          <p:nvPr/>
        </p:nvSpPr>
        <p:spPr>
          <a:xfrm flipH="1">
            <a:off x="6555764" y="2314901"/>
            <a:ext cx="5246768" cy="14369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This is your XP</a:t>
            </a:r>
          </a:p>
        </p:txBody>
      </p:sp>
    </p:spTree>
    <p:extLst>
      <p:ext uri="{BB962C8B-B14F-4D97-AF65-F5344CB8AC3E}">
        <p14:creationId xmlns:p14="http://schemas.microsoft.com/office/powerpoint/2010/main" val="149935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A843B-F573-4805-AB24-62C2026B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25" y="787853"/>
            <a:ext cx="1273469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1B3229-D213-4EC5-AFF5-4557EF637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004" y="2797360"/>
            <a:ext cx="1273469" cy="18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EB43B-8CCD-4E69-873F-C9CFD79F3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170" y="787853"/>
            <a:ext cx="1273469" cy="18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96F34B-3CFD-4507-AB38-5B879AE933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814" y="787853"/>
            <a:ext cx="1273469" cy="18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ACDC490-41A8-46A3-8E98-09F34CBFAD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7631" y="2797360"/>
            <a:ext cx="1273469" cy="180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AA4E13-B15A-480E-837F-60373AE6E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213" y="2797360"/>
            <a:ext cx="1273469" cy="180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59045F-E025-4A7F-974A-AB74BFA548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049" y="2797360"/>
            <a:ext cx="1273469" cy="180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520B90-3CD2-44D8-A4A5-DE95090FD3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170" y="4806867"/>
            <a:ext cx="1273469" cy="180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9E1381-2AD2-400C-84E9-553D48A1AA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259" y="2797360"/>
            <a:ext cx="1273469" cy="180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B13949C-158F-43A4-ADCD-26CEA32E1A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03" y="4806867"/>
            <a:ext cx="1273469" cy="180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FA52F22-8FC7-42A9-9E8B-53DCFDD7EC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081" y="4806867"/>
            <a:ext cx="1273469" cy="180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B006F5F-ECA9-4B17-AB61-7D8A7DC7B09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992" y="4806867"/>
            <a:ext cx="1273469" cy="180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7E97FF9-2F39-4D79-A71A-38B3433BEB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259" y="4806867"/>
            <a:ext cx="1273469" cy="180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29DD779-CC42-49A7-A82E-435CEC47CF4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259" y="787853"/>
            <a:ext cx="1273469" cy="180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42C0C2C-FDC7-4697-BA16-59E02B294DE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081" y="787853"/>
            <a:ext cx="1273469" cy="18000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E2AEDC9-6536-40B9-A94F-D460B8A1A87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25" y="4806867"/>
            <a:ext cx="1273469" cy="18000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200F89A1-A3E7-4880-A278-FF9E227E7D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840" y="2797360"/>
            <a:ext cx="1273469" cy="18000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BF3BEE1-F721-4CD5-9D36-F2D0F442EE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3422" y="2797360"/>
            <a:ext cx="1273469" cy="18000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AECD866-A9CE-4086-B768-5ABD648B3AC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814" y="4806867"/>
            <a:ext cx="1273469" cy="18000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A24A841-DC70-4691-B32C-B25B3BD2938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03" y="787853"/>
            <a:ext cx="1273469" cy="18000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388ADA-FE75-4822-B8C3-A17CB62E222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992" y="787853"/>
            <a:ext cx="1273469" cy="18000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3509530-968A-489A-BE8F-C35E42C0D3BF}"/>
              </a:ext>
            </a:extLst>
          </p:cNvPr>
          <p:cNvSpPr txBox="1"/>
          <p:nvPr/>
        </p:nvSpPr>
        <p:spPr>
          <a:xfrm>
            <a:off x="1187732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F5D92-BE38-4925-9132-5C30766BB01F}"/>
              </a:ext>
            </a:extLst>
          </p:cNvPr>
          <p:cNvSpPr txBox="1"/>
          <p:nvPr/>
        </p:nvSpPr>
        <p:spPr>
          <a:xfrm>
            <a:off x="2832597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599C80-2B66-4F71-908D-BEF3DEF384F0}"/>
              </a:ext>
            </a:extLst>
          </p:cNvPr>
          <p:cNvSpPr txBox="1"/>
          <p:nvPr/>
        </p:nvSpPr>
        <p:spPr>
          <a:xfrm>
            <a:off x="4477462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0CC698-0B96-4E2E-BDD3-91799356D5CD}"/>
              </a:ext>
            </a:extLst>
          </p:cNvPr>
          <p:cNvSpPr txBox="1"/>
          <p:nvPr/>
        </p:nvSpPr>
        <p:spPr>
          <a:xfrm>
            <a:off x="6102775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FE8AB95-5056-469E-B722-665F166C4C29}"/>
              </a:ext>
            </a:extLst>
          </p:cNvPr>
          <p:cNvSpPr txBox="1"/>
          <p:nvPr/>
        </p:nvSpPr>
        <p:spPr>
          <a:xfrm>
            <a:off x="7737864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06D8AD-1EE1-48EF-AFF8-47D9585C75B0}"/>
              </a:ext>
            </a:extLst>
          </p:cNvPr>
          <p:cNvSpPr txBox="1"/>
          <p:nvPr/>
        </p:nvSpPr>
        <p:spPr>
          <a:xfrm>
            <a:off x="9372953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7929FF-1E3F-4327-BD7B-0DE11211A68C}"/>
              </a:ext>
            </a:extLst>
          </p:cNvPr>
          <p:cNvSpPr txBox="1"/>
          <p:nvPr/>
        </p:nvSpPr>
        <p:spPr>
          <a:xfrm>
            <a:off x="11008042" y="159880"/>
            <a:ext cx="617902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1C0C00-D251-4DEF-8397-04FF79787740}"/>
              </a:ext>
            </a:extLst>
          </p:cNvPr>
          <p:cNvSpPr txBox="1"/>
          <p:nvPr/>
        </p:nvSpPr>
        <p:spPr>
          <a:xfrm>
            <a:off x="158598" y="1426243"/>
            <a:ext cx="533734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4D4A57-2451-43E6-9940-2A2FAD9189D8}"/>
              </a:ext>
            </a:extLst>
          </p:cNvPr>
          <p:cNvSpPr txBox="1"/>
          <p:nvPr/>
        </p:nvSpPr>
        <p:spPr>
          <a:xfrm>
            <a:off x="158598" y="3435750"/>
            <a:ext cx="533734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E4C0FA2-4F03-40BA-A2BA-D2A39B55C1E3}"/>
              </a:ext>
            </a:extLst>
          </p:cNvPr>
          <p:cNvSpPr txBox="1"/>
          <p:nvPr/>
        </p:nvSpPr>
        <p:spPr>
          <a:xfrm>
            <a:off x="158598" y="5445257"/>
            <a:ext cx="533734" cy="52322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6359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>
                      <p:stCondLst>
                        <p:cond delay="0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B57FF7-06A0-41F7-AA3A-1D2595DFA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hape 114">
            <a:extLst>
              <a:ext uri="{FF2B5EF4-FFF2-40B4-BE49-F238E27FC236}">
                <a16:creationId xmlns:a16="http://schemas.microsoft.com/office/drawing/2014/main" id="{DC3C655C-D281-44D8-AE7B-60898758C4D9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chemeClr val="accent1">
              <a:alpha val="78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Congratulations!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You are now ready to train your Pokemon and befriend more.</a:t>
            </a:r>
          </a:p>
          <a:p>
            <a:pPr marL="3657600" lvl="8" indent="0">
              <a:buNone/>
            </a:pPr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One last thing before you go...</a:t>
            </a:r>
          </a:p>
        </p:txBody>
      </p:sp>
      <p:pic>
        <p:nvPicPr>
          <p:cNvPr id="13" name="Picture 4" descr="File:FireRed LeafGreen Professor Oak.png">
            <a:extLst>
              <a:ext uri="{FF2B5EF4-FFF2-40B4-BE49-F238E27FC236}">
                <a16:creationId xmlns:a16="http://schemas.microsoft.com/office/drawing/2014/main" id="{C803A8DE-1F58-4AEE-BF2E-629FA535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79" b="43997"/>
          <a:stretch/>
        </p:blipFill>
        <p:spPr bwMode="auto">
          <a:xfrm>
            <a:off x="0" y="1526469"/>
            <a:ext cx="3311668" cy="5331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882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>
            <a:extLst>
              <a:ext uri="{FF2B5EF4-FFF2-40B4-BE49-F238E27FC236}">
                <a16:creationId xmlns:a16="http://schemas.microsoft.com/office/drawing/2014/main" id="{0A6F270B-514B-4287-8BE2-5338CB48D142}"/>
              </a:ext>
            </a:extLst>
          </p:cNvPr>
          <p:cNvSpPr txBox="1">
            <a:spLocks/>
          </p:cNvSpPr>
          <p:nvPr/>
        </p:nvSpPr>
        <p:spPr>
          <a:xfrm>
            <a:off x="1695450" y="385401"/>
            <a:ext cx="9895562" cy="6062166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 b="1" dirty="0">
                <a:solidFill>
                  <a:srgbClr val="3CD0E0"/>
                </a:solidFill>
              </a:rPr>
              <a:t>R</a:t>
            </a:r>
            <a:r>
              <a:rPr lang="en-US" sz="7200" b="1" dirty="0"/>
              <a:t>espect everyone</a:t>
            </a:r>
          </a:p>
          <a:p>
            <a:r>
              <a:rPr lang="en-US" sz="7200" b="1" dirty="0">
                <a:solidFill>
                  <a:srgbClr val="3CD0E0"/>
                </a:solidFill>
              </a:rPr>
              <a:t>O</a:t>
            </a:r>
            <a:r>
              <a:rPr lang="en-US" sz="7200" b="1" dirty="0"/>
              <a:t>pen mind</a:t>
            </a:r>
            <a:endParaRPr lang="en-US" sz="7200" b="1" dirty="0">
              <a:solidFill>
                <a:srgbClr val="3CD0E0"/>
              </a:solidFill>
            </a:endParaRPr>
          </a:p>
          <a:p>
            <a:r>
              <a:rPr lang="en-US" sz="7200" b="1" dirty="0">
                <a:solidFill>
                  <a:srgbClr val="3CD0E0"/>
                </a:solidFill>
              </a:rPr>
              <a:t>C</a:t>
            </a:r>
            <a:r>
              <a:rPr lang="en-US" sz="7200" b="1" dirty="0"/>
              <a:t>alm</a:t>
            </a:r>
            <a:endParaRPr lang="en-US" sz="7200" b="1" dirty="0">
              <a:solidFill>
                <a:srgbClr val="3CD0E0"/>
              </a:solidFill>
            </a:endParaRPr>
          </a:p>
          <a:p>
            <a:r>
              <a:rPr lang="en-US" sz="7200" b="1" dirty="0">
                <a:solidFill>
                  <a:srgbClr val="3CD0E0"/>
                </a:solidFill>
              </a:rPr>
              <a:t>K</a:t>
            </a:r>
            <a:r>
              <a:rPr lang="en-US" sz="7200" b="1" dirty="0"/>
              <a:t>eep voice low</a:t>
            </a:r>
          </a:p>
          <a:p>
            <a:r>
              <a:rPr lang="en-US" sz="7200" b="1" dirty="0">
                <a:solidFill>
                  <a:srgbClr val="3CD0E0"/>
                </a:solidFill>
              </a:rPr>
              <a:t>E</a:t>
            </a:r>
            <a:r>
              <a:rPr lang="en-US" sz="7200" b="1" dirty="0"/>
              <a:t>nergy positive</a:t>
            </a:r>
          </a:p>
          <a:p>
            <a:r>
              <a:rPr lang="en-US" sz="7200" b="1" dirty="0">
                <a:solidFill>
                  <a:srgbClr val="3CD0E0"/>
                </a:solidFill>
              </a:rPr>
              <a:t>T</a:t>
            </a:r>
            <a:r>
              <a:rPr lang="en-US" sz="7200" b="1" dirty="0"/>
              <a:t>rack the speaker</a:t>
            </a:r>
            <a:endParaRPr lang="en" sz="1600" b="1" dirty="0"/>
          </a:p>
        </p:txBody>
      </p:sp>
      <p:sp>
        <p:nvSpPr>
          <p:cNvPr id="6" name="Shape 60">
            <a:extLst>
              <a:ext uri="{FF2B5EF4-FFF2-40B4-BE49-F238E27FC236}">
                <a16:creationId xmlns:a16="http://schemas.microsoft.com/office/drawing/2014/main" id="{0A6F270B-514B-4287-8BE2-5338CB48D142}"/>
              </a:ext>
            </a:extLst>
          </p:cNvPr>
          <p:cNvSpPr txBox="1">
            <a:spLocks/>
          </p:cNvSpPr>
          <p:nvPr/>
        </p:nvSpPr>
        <p:spPr>
          <a:xfrm>
            <a:off x="577862" y="537801"/>
            <a:ext cx="4672093" cy="6062166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" sz="6400" b="1" dirty="0"/>
          </a:p>
        </p:txBody>
      </p:sp>
      <p:sp>
        <p:nvSpPr>
          <p:cNvPr id="7" name="Shape 60">
            <a:extLst>
              <a:ext uri="{FF2B5EF4-FFF2-40B4-BE49-F238E27FC236}">
                <a16:creationId xmlns:a16="http://schemas.microsoft.com/office/drawing/2014/main" id="{0A6F270B-514B-4287-8BE2-5338CB48D142}"/>
              </a:ext>
            </a:extLst>
          </p:cNvPr>
          <p:cNvSpPr txBox="1">
            <a:spLocks/>
          </p:cNvSpPr>
          <p:nvPr/>
        </p:nvSpPr>
        <p:spPr>
          <a:xfrm>
            <a:off x="730262" y="690201"/>
            <a:ext cx="4672093" cy="6062166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" sz="6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A14191-280E-42E7-A938-611BA8E9DE0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40" y="5730626"/>
            <a:ext cx="731961" cy="731961"/>
          </a:xfrm>
          <a:prstGeom prst="rect">
            <a:avLst/>
          </a:prstGeom>
        </p:spPr>
      </p:pic>
      <p:pic>
        <p:nvPicPr>
          <p:cNvPr id="8" name="Shape 115" descr="group-of-three-men-standing-side-by-side-hugging-each-other.png">
            <a:extLst>
              <a:ext uri="{FF2B5EF4-FFF2-40B4-BE49-F238E27FC236}">
                <a16:creationId xmlns:a16="http://schemas.microsoft.com/office/drawing/2014/main" id="{32BD1124-620A-4D0F-A962-FD905C9FD9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348" y="307695"/>
            <a:ext cx="793344" cy="74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AF9E7-9225-47DC-9BB3-719258182E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57" y="2567300"/>
            <a:ext cx="740926" cy="7409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897C5A-7FE1-445B-9F4A-257E47E386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48" y="3591143"/>
            <a:ext cx="793344" cy="7933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5FB24F-4C73-4291-8396-E392BD5BA6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44" y="4734409"/>
            <a:ext cx="733753" cy="7337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992FB2-55FE-4991-84B5-B17CD11B74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11" y="1354495"/>
            <a:ext cx="838819" cy="83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87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FE4576-2BAE-4607-BE86-9BDC286DB8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" t="8070" r="7" b="3132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78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63" r="2" b="670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89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63" r="2" b="670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33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63" r="2" b="670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97BEF1-C6C5-4031-90A8-377228DBDE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712655"/>
            <a:ext cx="3820408" cy="53999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4868ED-F649-448C-94BD-D646AD55A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645980"/>
            <a:ext cx="382040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6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33" r="2" b="294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62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33" r="2" b="294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2648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033" r="2" b="294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AE0D3D-826E-4B18-84DF-2C066265D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712655"/>
            <a:ext cx="3820408" cy="539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63A732-2F42-487F-85E9-A431E62C2C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645980"/>
            <a:ext cx="382040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98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6" r="2" b="683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03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6" r="2" b="683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80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33433-08C4-451B-A5CA-3733224A6C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6" r="2" b="6836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559B3D-FCBA-4E68-99EA-B0963594EE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712655"/>
            <a:ext cx="3820408" cy="5399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C0FCAA-39EF-488A-9229-D17D6652F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645980"/>
            <a:ext cx="3820409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51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ED3EBA-0B27-4F09-BBF7-A6E102846E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7" b="48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427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76A7CE-4A76-47BD-85AC-8B49B682B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Shape 114">
            <a:extLst>
              <a:ext uri="{FF2B5EF4-FFF2-40B4-BE49-F238E27FC236}">
                <a16:creationId xmlns:a16="http://schemas.microsoft.com/office/drawing/2014/main" id="{3120F71F-7332-4D21-A930-36B607FF4CDD}"/>
              </a:ext>
            </a:extLst>
          </p:cNvPr>
          <p:cNvSpPr txBox="1">
            <a:spLocks/>
          </p:cNvSpPr>
          <p:nvPr/>
        </p:nvSpPr>
        <p:spPr>
          <a:xfrm>
            <a:off x="0" y="4192235"/>
            <a:ext cx="12192000" cy="2665766"/>
          </a:xfrm>
          <a:prstGeom prst="rect">
            <a:avLst/>
          </a:prstGeom>
          <a:solidFill>
            <a:srgbClr val="A085FA">
              <a:alpha val="76000"/>
            </a:srgb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0" lvl="8" indent="0">
              <a:buNone/>
            </a:pP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 am Gary.</a:t>
            </a:r>
          </a:p>
          <a:p>
            <a:pPr marL="3657600" lvl="8" indent="0">
              <a:buNone/>
            </a:pP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 can give you a Pokemon.</a:t>
            </a:r>
          </a:p>
          <a:p>
            <a:pPr marL="3657600" lvl="8" indent="0">
              <a:buNone/>
            </a:pPr>
            <a:r>
              <a:rPr lang="en-US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Joint by PizzaDude" panose="00000400000000000000" pitchFamily="2" charset="0"/>
              </a:rPr>
              <a:t>If you answer some questions.</a:t>
            </a:r>
            <a:endParaRPr lang="e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Joint by PizzaDude" panose="00000400000000000000" pitchFamily="2" charset="0"/>
            </a:endParaRPr>
          </a:p>
        </p:txBody>
      </p:sp>
      <p:pic>
        <p:nvPicPr>
          <p:cNvPr id="11" name="Picture 10">
            <a:hlinkClick r:id="" action="ppaction://noaction"/>
            <a:extLst>
              <a:ext uri="{FF2B5EF4-FFF2-40B4-BE49-F238E27FC236}">
                <a16:creationId xmlns:a16="http://schemas.microsoft.com/office/drawing/2014/main" id="{B7C6CB1D-E51C-4C54-AC52-BFF7DCEF603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18" b="35158"/>
          <a:stretch/>
        </p:blipFill>
        <p:spPr>
          <a:xfrm>
            <a:off x="0" y="1542561"/>
            <a:ext cx="3251602" cy="53154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02C423-3607-429E-AB82-8D4E05885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652" y="656118"/>
            <a:ext cx="2037551" cy="2879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E363BA1-7FC0-4F83-BCA8-0C44263DCE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653" y="618018"/>
            <a:ext cx="2037551" cy="288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853A5B-8A02-45E0-B26B-AC57F2BF5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172" y="656118"/>
            <a:ext cx="2037551" cy="2879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3F6344-9959-4548-9879-FADD0313B3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644" y="656118"/>
            <a:ext cx="2037551" cy="2879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50BAD7-D2B8-44BE-AA6C-222311BC85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172" y="618018"/>
            <a:ext cx="2037551" cy="288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0492C3-13BC-496A-8D83-00670E703E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607" y="618018"/>
            <a:ext cx="2037551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12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9" grpId="0" uiExpand="1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714" y="1424737"/>
            <a:ext cx="2179557" cy="221283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3473" y="1517335"/>
            <a:ext cx="2578864" cy="20630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443" y="1446079"/>
            <a:ext cx="2046455" cy="21629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68" y="3716171"/>
            <a:ext cx="2162919" cy="20630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47" y="3728047"/>
            <a:ext cx="2063091" cy="204645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235" y="3502406"/>
            <a:ext cx="2212833" cy="236257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9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301" y="3561786"/>
            <a:ext cx="2595502" cy="2279384"/>
          </a:xfrm>
          <a:prstGeom prst="rect">
            <a:avLst/>
          </a:prstGeom>
        </p:spPr>
      </p:pic>
      <p:sp>
        <p:nvSpPr>
          <p:cNvPr id="19" name="Shape 114"/>
          <p:cNvSpPr txBox="1">
            <a:spLocks/>
          </p:cNvSpPr>
          <p:nvPr/>
        </p:nvSpPr>
        <p:spPr>
          <a:xfrm>
            <a:off x="1630984" y="123527"/>
            <a:ext cx="7878612" cy="1132400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4400" dirty="0">
                <a:latin typeface="Joint by PizzaDude" panose="00000400000000000000" pitchFamily="2" charset="0"/>
              </a:rPr>
              <a:t>Badges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92" y="1557614"/>
            <a:ext cx="2146281" cy="20298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53767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>
            <a:spLocks noGrp="1"/>
          </p:cNvSpPr>
          <p:nvPr>
            <p:ph type="body" idx="1"/>
          </p:nvPr>
        </p:nvSpPr>
        <p:spPr>
          <a:xfrm>
            <a:off x="8834285" y="1778936"/>
            <a:ext cx="1945997" cy="1132400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/>
          <a:p>
            <a:pPr algn="ctr"/>
            <a:r>
              <a:rPr lang="en" sz="6400" dirty="0">
                <a:latin typeface="Joint by PizzaDude" panose="00000400000000000000" pitchFamily="2" charset="0"/>
              </a:rPr>
              <a:t>=10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192" y="3522541"/>
            <a:ext cx="2042970" cy="2042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14" y="3522541"/>
            <a:ext cx="2042970" cy="20429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866" y="3474265"/>
            <a:ext cx="2178419" cy="2178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866" y="1255927"/>
            <a:ext cx="2178419" cy="21784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79" y="1255927"/>
            <a:ext cx="2186995" cy="20429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103" y="1188203"/>
            <a:ext cx="2178419" cy="2178419"/>
          </a:xfrm>
          <a:prstGeom prst="rect">
            <a:avLst/>
          </a:prstGeom>
        </p:spPr>
      </p:pic>
      <p:sp>
        <p:nvSpPr>
          <p:cNvPr id="13" name="Shape 114"/>
          <p:cNvSpPr txBox="1">
            <a:spLocks/>
          </p:cNvSpPr>
          <p:nvPr/>
        </p:nvSpPr>
        <p:spPr>
          <a:xfrm>
            <a:off x="8834285" y="3959386"/>
            <a:ext cx="1945997" cy="1132400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6400" dirty="0">
                <a:solidFill>
                  <a:srgbClr val="BE5108"/>
                </a:solidFill>
                <a:latin typeface="Joint by PizzaDude" panose="00000400000000000000" pitchFamily="2" charset="0"/>
              </a:rPr>
              <a:t>=20</a:t>
            </a:r>
          </a:p>
        </p:txBody>
      </p:sp>
      <p:sp>
        <p:nvSpPr>
          <p:cNvPr id="14" name="Shape 114"/>
          <p:cNvSpPr txBox="1">
            <a:spLocks/>
          </p:cNvSpPr>
          <p:nvPr/>
        </p:nvSpPr>
        <p:spPr>
          <a:xfrm>
            <a:off x="1630984" y="123527"/>
            <a:ext cx="7878612" cy="1132400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4400" dirty="0">
                <a:latin typeface="Joint by PizzaDude" panose="00000400000000000000" pitchFamily="2" charset="0"/>
              </a:rPr>
              <a:t>Dice Points -	 </a:t>
            </a:r>
            <a:r>
              <a:rPr lang="en-US" sz="4400" dirty="0">
                <a:latin typeface="Joint by PizzaDude" panose="00000400000000000000" pitchFamily="2" charset="0"/>
              </a:rPr>
              <a:t>No </a:t>
            </a:r>
            <a:r>
              <a:rPr lang="en" sz="4400" dirty="0">
                <a:latin typeface="Joint by PizzaDude" panose="00000400000000000000" pitchFamily="2" charset="0"/>
              </a:rPr>
              <a:t>Badge  </a:t>
            </a:r>
          </a:p>
        </p:txBody>
      </p:sp>
      <p:sp>
        <p:nvSpPr>
          <p:cNvPr id="15" name="Shape 114"/>
          <p:cNvSpPr txBox="1">
            <a:spLocks/>
          </p:cNvSpPr>
          <p:nvPr/>
        </p:nvSpPr>
        <p:spPr>
          <a:xfrm>
            <a:off x="100668" y="5711875"/>
            <a:ext cx="11853644" cy="1132400"/>
          </a:xfrm>
          <a:prstGeom prst="rect">
            <a:avLst/>
          </a:prstGeom>
        </p:spPr>
        <p:txBody>
          <a:bodyPr vert="horz" lIns="121900" tIns="121900" rIns="121900" bIns="121900" rtlCol="0" anchor="ctr" anchorCtr="0">
            <a:noAutofit/>
          </a:bodyPr>
          <a:lstStyle>
            <a:lvl1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sz="3600" dirty="0">
                <a:latin typeface="Joint by PizzaDude" panose="00000400000000000000" pitchFamily="2" charset="0"/>
              </a:rPr>
              <a:t>Good rolls depend on the </a:t>
            </a:r>
            <a:r>
              <a:rPr lang="en" sz="3600" dirty="0">
                <a:solidFill>
                  <a:srgbClr val="006DF0"/>
                </a:solidFill>
                <a:latin typeface="Joint by PizzaDude" panose="00000400000000000000" pitchFamily="2" charset="0"/>
              </a:rPr>
              <a:t>energy</a:t>
            </a:r>
            <a:r>
              <a:rPr lang="en" sz="3600" dirty="0">
                <a:latin typeface="Joint by PizzaDude" panose="00000400000000000000" pitchFamily="2" charset="0"/>
              </a:rPr>
              <a:t> in the classroom</a:t>
            </a:r>
          </a:p>
        </p:txBody>
      </p:sp>
      <p:pic>
        <p:nvPicPr>
          <p:cNvPr id="2" name="Roll Dice 2-SoundBible.com-163533845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37286" y="246745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638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253</Words>
  <Application>Microsoft Office PowerPoint</Application>
  <PresentationFormat>Widescreen</PresentationFormat>
  <Paragraphs>61</Paragraphs>
  <Slides>30</Slides>
  <Notes>3</Notes>
  <HiddenSlides>2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Joint by PizzaDude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Ronald Lethcoe</dc:creator>
  <cp:lastModifiedBy>Ron Lethcoe</cp:lastModifiedBy>
  <cp:revision>139</cp:revision>
  <dcterms:created xsi:type="dcterms:W3CDTF">2018-01-07T07:43:40Z</dcterms:created>
  <dcterms:modified xsi:type="dcterms:W3CDTF">2018-08-18T05:51:02Z</dcterms:modified>
</cp:coreProperties>
</file>